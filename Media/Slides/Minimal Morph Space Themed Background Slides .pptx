
<file path=[Content_Types].xml><?xml version="1.0" encoding="utf-8"?>
<Types xmlns="http://schemas.openxmlformats.org/package/2006/content-types">
  <Default Extension="png" ContentType="image/png"/>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fonts/font10.fntdata" ContentType="application/x-fontdata"/>
  <Override PartName="/ppt/fonts/font2.fntdata" ContentType="application/x-fontdata"/>
  <Override PartName="/ppt/fonts/font3.fntdata" ContentType="application/x-fontdata"/>
  <Override PartName="/ppt/fonts/font4.fntdata" ContentType="application/x-fontdata"/>
  <Override PartName="/ppt/fonts/font5.fntdata" ContentType="application/x-fontdata"/>
  <Override PartName="/ppt/fonts/font6.fntdata" ContentType="application/x-fontdata"/>
  <Override PartName="/ppt/fonts/font7.fntdata" ContentType="application/x-fontdata"/>
  <Override PartName="/ppt/fonts/font8.fntdata" ContentType="application/x-fontdata"/>
  <Override PartName="/ppt/fonts/font9.fntdata" ContentType="application/x-fontdata"/>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4"/>
  </p:notesMasterIdLst>
  <p:sldIdLst>
    <p:sldId id="256" r:id="rId3"/>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Lst>
  <p:sldSz cx="18288000" cy="10287000"/>
  <p:notesSz cx="6858000" cy="9144000"/>
  <p:embeddedFontLst>
    <p:embeddedFont>
      <p:font typeface="Inter" panose="02000503000000020004"/>
      <p:bold r:id="rId29"/>
      <p:italic r:id="rId30"/>
      <p:boldItalic r:id="rId31"/>
    </p:embeddedFont>
    <p:embeddedFont>
      <p:font typeface="Calibri" panose="020F0502020204030204"/>
      <p:regular r:id="rId32"/>
      <p:bold r:id="rId33"/>
      <p:italic r:id="rId34"/>
      <p:boldItalic r:id="rId35"/>
    </p:embeddedFont>
    <p:embeddedFont>
      <p:font typeface="Inter Light" panose="02000503000000020004"/>
      <p:bold r:id="rId36"/>
      <p:italic r:id="rId37"/>
      <p:boldItalic r:id="rId3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extLst>
    <p:ext uri="{EFAFB233-063F-42B5-8137-9DF3F51BA10A}">
      <p15:sldGuideLst xmlns:p15="http://schemas.microsoft.com/office/powerpoint/2012/main">
        <p15:guide id="1" orient="horz" pos="2160" userDrawn="1">
          <p15:clr>
            <a:srgbClr val="000000"/>
          </p15:clr>
        </p15:guide>
        <p15:guide id="2" pos="2880" userDrawn="1">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showComments="0">
  <p:normalViewPr>
    <p:restoredLeft sz="15620"/>
    <p:restoredTop sz="94660"/>
  </p:normalViewPr>
  <p:slideViewPr>
    <p:cSldViewPr snapToGrid="0" showGuides="1">
      <p:cViewPr varScale="1">
        <p:scale>
          <a:sx n="100" d="100"/>
          <a:sy n="100" d="100"/>
        </p:scale>
        <p:origin x="0" y="0"/>
      </p:cViewPr>
      <p:guideLst>
        <p:guide orient="horz" pos="2160"/>
        <p:guide pos="2880"/>
      </p:guideLst>
    </p:cSldViewPr>
  </p:slide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8" Type="http://schemas.openxmlformats.org/officeDocument/2006/relationships/font" Target="fonts/font10.fntdata"/><Relationship Id="rId37" Type="http://schemas.openxmlformats.org/officeDocument/2006/relationships/font" Target="fonts/font9.fntdata"/><Relationship Id="rId36" Type="http://schemas.openxmlformats.org/officeDocument/2006/relationships/font" Target="fonts/font8.fntdata"/><Relationship Id="rId35" Type="http://schemas.openxmlformats.org/officeDocument/2006/relationships/font" Target="fonts/font7.fntdata"/><Relationship Id="rId34" Type="http://schemas.openxmlformats.org/officeDocument/2006/relationships/font" Target="fonts/font6.fntdata"/><Relationship Id="rId33" Type="http://schemas.openxmlformats.org/officeDocument/2006/relationships/font" Target="fonts/font5.fntdata"/><Relationship Id="rId32" Type="http://schemas.openxmlformats.org/officeDocument/2006/relationships/font" Target="fonts/font4.fntdata"/><Relationship Id="rId31" Type="http://schemas.openxmlformats.org/officeDocument/2006/relationships/font" Target="fonts/font3.fntdata"/><Relationship Id="rId30" Type="http://schemas.openxmlformats.org/officeDocument/2006/relationships/font" Target="fonts/font2.fntdata"/><Relationship Id="rId3" Type="http://schemas.openxmlformats.org/officeDocument/2006/relationships/slide" Target="slides/slide1.xml"/><Relationship Id="rId29" Type="http://schemas.openxmlformats.org/officeDocument/2006/relationships/font" Target="fonts/font1.fntdata"/><Relationship Id="rId28" Type="http://schemas.openxmlformats.org/officeDocument/2006/relationships/tableStyles" Target="tableStyles.xml"/><Relationship Id="rId27" Type="http://schemas.openxmlformats.org/officeDocument/2006/relationships/viewProps" Target="viewProps.xml"/><Relationship Id="rId26" Type="http://schemas.openxmlformats.org/officeDocument/2006/relationships/presProps" Target="presProps.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2" name="Shape 2"/>
        <p:cNvGrpSpPr/>
        <p:nvPr/>
      </p:nvGrpSpPr>
      <p:grpSpPr>
        <a:xfrm>
          <a:off x="0" y="0"/>
          <a:ext cx="0" cy="0"/>
          <a:chOff x="0" y="0"/>
          <a:chExt cx="0" cy="0"/>
        </a:xfrm>
      </p:grpSpPr>
      <p:sp>
        <p:nvSpPr>
          <p:cNvPr id="3" name="Google Shape;3;n"/>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notesSlide1.xml><?xml version="1.0" encoding="utf-8"?>
<p:notes xmlns:a="http://schemas.openxmlformats.org/drawingml/2006/main" xmlns:r="http://schemas.openxmlformats.org/officeDocument/2006/relationships" xmlns:p="http://schemas.openxmlformats.org/presentationml/2006/main" showMasterPhAnim="0" showMasterSp="0">
  <p:cSld>
    <p:spTree>
      <p:nvGrpSpPr>
        <p:cNvPr id="36" name="Shape 36"/>
        <p:cNvGrpSpPr/>
        <p:nvPr/>
      </p:nvGrpSpPr>
      <p:grpSpPr>
        <a:xfrm>
          <a:off x="0" y="0"/>
          <a:ext cx="0" cy="0"/>
          <a:chOff x="0" y="0"/>
          <a:chExt cx="0" cy="0"/>
        </a:xfrm>
      </p:grpSpPr>
      <p:sp>
        <p:nvSpPr>
          <p:cNvPr id="37" name="Google Shape;37;p1: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38" name="Google Shape;38;p1: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PhAnim="0" showMasterSp="0">
  <p:cSld>
    <p:spTree>
      <p:nvGrpSpPr>
        <p:cNvPr id="50" name="Shape 50"/>
        <p:cNvGrpSpPr/>
        <p:nvPr/>
      </p:nvGrpSpPr>
      <p:grpSpPr>
        <a:xfrm>
          <a:off x="0" y="0"/>
          <a:ext cx="0" cy="0"/>
          <a:chOff x="0" y="0"/>
          <a:chExt cx="0" cy="0"/>
        </a:xfrm>
      </p:grpSpPr>
      <p:sp>
        <p:nvSpPr>
          <p:cNvPr id="51" name="Google Shape;51;p2: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52" name="Google Shape;52;p2: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PhAnim="0" showMasterSp="0">
  <p:cSld>
    <p:spTree>
      <p:nvGrpSpPr>
        <p:cNvPr id="68" name="Shape 68"/>
        <p:cNvGrpSpPr/>
        <p:nvPr/>
      </p:nvGrpSpPr>
      <p:grpSpPr>
        <a:xfrm>
          <a:off x="0" y="0"/>
          <a:ext cx="0" cy="0"/>
          <a:chOff x="0" y="0"/>
          <a:chExt cx="0" cy="0"/>
        </a:xfrm>
      </p:grpSpPr>
      <p:sp>
        <p:nvSpPr>
          <p:cNvPr id="69" name="Google Shape;69;p3: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70" name="Google Shape;70;p3: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PhAnim="0" showMasterSp="0">
  <p:cSld>
    <p:spTree>
      <p:nvGrpSpPr>
        <p:cNvPr id="83" name="Shape 83"/>
        <p:cNvGrpSpPr/>
        <p:nvPr/>
      </p:nvGrpSpPr>
      <p:grpSpPr>
        <a:xfrm>
          <a:off x="0" y="0"/>
          <a:ext cx="0" cy="0"/>
          <a:chOff x="0" y="0"/>
          <a:chExt cx="0" cy="0"/>
        </a:xfrm>
      </p:grpSpPr>
      <p:sp>
        <p:nvSpPr>
          <p:cNvPr id="84" name="Google Shape;84;p4: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85" name="Google Shape;85;p4: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PhAnim="0" showMasterSp="0">
  <p:cSld>
    <p:spTree>
      <p:nvGrpSpPr>
        <p:cNvPr id="98" name="Shape 98"/>
        <p:cNvGrpSpPr/>
        <p:nvPr/>
      </p:nvGrpSpPr>
      <p:grpSpPr>
        <a:xfrm>
          <a:off x="0" y="0"/>
          <a:ext cx="0" cy="0"/>
          <a:chOff x="0" y="0"/>
          <a:chExt cx="0" cy="0"/>
        </a:xfrm>
      </p:grpSpPr>
      <p:sp>
        <p:nvSpPr>
          <p:cNvPr id="99" name="Google Shape;99;p5: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00" name="Google Shape;100;p5: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PhAnim="0" showMasterSp="0">
  <p:cSld>
    <p:spTree>
      <p:nvGrpSpPr>
        <p:cNvPr id="120" name="Shape 120"/>
        <p:cNvGrpSpPr/>
        <p:nvPr/>
      </p:nvGrpSpPr>
      <p:grpSpPr>
        <a:xfrm>
          <a:off x="0" y="0"/>
          <a:ext cx="0" cy="0"/>
          <a:chOff x="0" y="0"/>
          <a:chExt cx="0" cy="0"/>
        </a:xfrm>
      </p:grpSpPr>
      <p:sp>
        <p:nvSpPr>
          <p:cNvPr id="121" name="Google Shape;121;p6: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22" name="Google Shape;122;p6: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PhAnim="0" showMasterSp="0">
  <p:cSld>
    <p:spTree>
      <p:nvGrpSpPr>
        <p:cNvPr id="133" name="Shape 133"/>
        <p:cNvGrpSpPr/>
        <p:nvPr/>
      </p:nvGrpSpPr>
      <p:grpSpPr>
        <a:xfrm>
          <a:off x="0" y="0"/>
          <a:ext cx="0" cy="0"/>
          <a:chOff x="0" y="0"/>
          <a:chExt cx="0" cy="0"/>
        </a:xfrm>
      </p:grpSpPr>
      <p:sp>
        <p:nvSpPr>
          <p:cNvPr id="134" name="Google Shape;134;p7: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35" name="Google Shape;135;p7: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PhAnim="0" showMasterSp="0">
  <p:cSld>
    <p:spTree>
      <p:nvGrpSpPr>
        <p:cNvPr id="147" name="Shape 147"/>
        <p:cNvGrpSpPr/>
        <p:nvPr/>
      </p:nvGrpSpPr>
      <p:grpSpPr>
        <a:xfrm>
          <a:off x="0" y="0"/>
          <a:ext cx="0" cy="0"/>
          <a:chOff x="0" y="0"/>
          <a:chExt cx="0" cy="0"/>
        </a:xfrm>
      </p:grpSpPr>
      <p:sp>
        <p:nvSpPr>
          <p:cNvPr id="148" name="Google Shape;148;p8: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49" name="Google Shape;149;p8: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PhAnim="0" showMasterSp="0">
  <p:cSld>
    <p:spTree>
      <p:nvGrpSpPr>
        <p:cNvPr id="160" name="Shape 160"/>
        <p:cNvGrpSpPr/>
        <p:nvPr/>
      </p:nvGrpSpPr>
      <p:grpSpPr>
        <a:xfrm>
          <a:off x="0" y="0"/>
          <a:ext cx="0" cy="0"/>
          <a:chOff x="0" y="0"/>
          <a:chExt cx="0" cy="0"/>
        </a:xfrm>
      </p:grpSpPr>
      <p:sp>
        <p:nvSpPr>
          <p:cNvPr id="161" name="Google Shape;161;p9: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62" name="Google Shape;162;p9: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PhAnim="0" showMasterSp="0">
  <p:cSld>
    <p:spTree>
      <p:nvGrpSpPr>
        <p:cNvPr id="185" name="Shape 185"/>
        <p:cNvGrpSpPr/>
        <p:nvPr/>
      </p:nvGrpSpPr>
      <p:grpSpPr>
        <a:xfrm>
          <a:off x="0" y="0"/>
          <a:ext cx="0" cy="0"/>
          <a:chOff x="0" y="0"/>
          <a:chExt cx="0" cy="0"/>
        </a:xfrm>
      </p:grpSpPr>
      <p:sp>
        <p:nvSpPr>
          <p:cNvPr id="186" name="Google Shape;186;p10: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87" name="Google Shape;187;p10: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PhAnim="0" showMasterSp="0">
  <p:cSld>
    <p:spTree>
      <p:nvGrpSpPr>
        <p:cNvPr id="200" name="Shape 200"/>
        <p:cNvGrpSpPr/>
        <p:nvPr/>
      </p:nvGrpSpPr>
      <p:grpSpPr>
        <a:xfrm>
          <a:off x="0" y="0"/>
          <a:ext cx="0" cy="0"/>
          <a:chOff x="0" y="0"/>
          <a:chExt cx="0" cy="0"/>
        </a:xfrm>
      </p:grpSpPr>
      <p:sp>
        <p:nvSpPr>
          <p:cNvPr id="201" name="Google Shape;201;p11: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202" name="Google Shape;202;p11: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PhAnim="0" showMasterSp="0">
  <p:cSld>
    <p:spTree>
      <p:nvGrpSpPr>
        <p:cNvPr id="213" name="Shape 213"/>
        <p:cNvGrpSpPr/>
        <p:nvPr/>
      </p:nvGrpSpPr>
      <p:grpSpPr>
        <a:xfrm>
          <a:off x="0" y="0"/>
          <a:ext cx="0" cy="0"/>
          <a:chOff x="0" y="0"/>
          <a:chExt cx="0" cy="0"/>
        </a:xfrm>
      </p:grpSpPr>
      <p:sp>
        <p:nvSpPr>
          <p:cNvPr id="214" name="Google Shape;214;p13: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215" name="Google Shape;215;p13: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PhAnim="0" showMasterSp="0">
  <p:cSld>
    <p:spTree>
      <p:nvGrpSpPr>
        <p:cNvPr id="230" name="Shape 230"/>
        <p:cNvGrpSpPr/>
        <p:nvPr/>
      </p:nvGrpSpPr>
      <p:grpSpPr>
        <a:xfrm>
          <a:off x="0" y="0"/>
          <a:ext cx="0" cy="0"/>
          <a:chOff x="0" y="0"/>
          <a:chExt cx="0" cy="0"/>
        </a:xfrm>
      </p:grpSpPr>
      <p:sp>
        <p:nvSpPr>
          <p:cNvPr id="231" name="Google Shape;231;p15: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232" name="Google Shape;232;p15: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PhAnim="0" showMasterSp="0">
  <p:cSld>
    <p:spTree>
      <p:nvGrpSpPr>
        <p:cNvPr id="243" name="Shape 243"/>
        <p:cNvGrpSpPr/>
        <p:nvPr/>
      </p:nvGrpSpPr>
      <p:grpSpPr>
        <a:xfrm>
          <a:off x="0" y="0"/>
          <a:ext cx="0" cy="0"/>
          <a:chOff x="0" y="0"/>
          <a:chExt cx="0" cy="0"/>
        </a:xfrm>
      </p:grpSpPr>
      <p:sp>
        <p:nvSpPr>
          <p:cNvPr id="244" name="Google Shape;244;p17: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245" name="Google Shape;245;p17: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PhAnim="0" showMasterSp="0">
  <p:cSld>
    <p:spTree>
      <p:nvGrpSpPr>
        <p:cNvPr id="256" name="Shape 256"/>
        <p:cNvGrpSpPr/>
        <p:nvPr/>
      </p:nvGrpSpPr>
      <p:grpSpPr>
        <a:xfrm>
          <a:off x="0" y="0"/>
          <a:ext cx="0" cy="0"/>
          <a:chOff x="0" y="0"/>
          <a:chExt cx="0" cy="0"/>
        </a:xfrm>
      </p:grpSpPr>
      <p:sp>
        <p:nvSpPr>
          <p:cNvPr id="257" name="Google Shape;257;p19: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258" name="Google Shape;258;p19: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PhAnim="0" showMasterSp="0">
  <p:cSld>
    <p:spTree>
      <p:nvGrpSpPr>
        <p:cNvPr id="271" name="Shape 271"/>
        <p:cNvGrpSpPr/>
        <p:nvPr/>
      </p:nvGrpSpPr>
      <p:grpSpPr>
        <a:xfrm>
          <a:off x="0" y="0"/>
          <a:ext cx="0" cy="0"/>
          <a:chOff x="0" y="0"/>
          <a:chExt cx="0" cy="0"/>
        </a:xfrm>
      </p:grpSpPr>
      <p:sp>
        <p:nvSpPr>
          <p:cNvPr id="272" name="Google Shape;272;p21: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273" name="Google Shape;273;p21: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PhAnim="0" showMasterSp="0">
  <p:cSld>
    <p:spTree>
      <p:nvGrpSpPr>
        <p:cNvPr id="284" name="Shape 284"/>
        <p:cNvGrpSpPr/>
        <p:nvPr/>
      </p:nvGrpSpPr>
      <p:grpSpPr>
        <a:xfrm>
          <a:off x="0" y="0"/>
          <a:ext cx="0" cy="0"/>
          <a:chOff x="0" y="0"/>
          <a:chExt cx="0" cy="0"/>
        </a:xfrm>
      </p:grpSpPr>
      <p:sp>
        <p:nvSpPr>
          <p:cNvPr id="285" name="Google Shape;285;p23: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286" name="Google Shape;286;p23: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PhAnim="0" showMasterSp="0">
  <p:cSld>
    <p:spTree>
      <p:nvGrpSpPr>
        <p:cNvPr id="297" name="Shape 297"/>
        <p:cNvGrpSpPr/>
        <p:nvPr/>
      </p:nvGrpSpPr>
      <p:grpSpPr>
        <a:xfrm>
          <a:off x="0" y="0"/>
          <a:ext cx="0" cy="0"/>
          <a:chOff x="0" y="0"/>
          <a:chExt cx="0" cy="0"/>
        </a:xfrm>
      </p:grpSpPr>
      <p:sp>
        <p:nvSpPr>
          <p:cNvPr id="298" name="Google Shape;298;p25: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299" name="Google Shape;299;p25: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PhAnim="0" showMasterSp="0">
  <p:cSld>
    <p:spTree>
      <p:nvGrpSpPr>
        <p:cNvPr id="310" name="Shape 310"/>
        <p:cNvGrpSpPr/>
        <p:nvPr/>
      </p:nvGrpSpPr>
      <p:grpSpPr>
        <a:xfrm>
          <a:off x="0" y="0"/>
          <a:ext cx="0" cy="0"/>
          <a:chOff x="0" y="0"/>
          <a:chExt cx="0" cy="0"/>
        </a:xfrm>
      </p:grpSpPr>
      <p:sp>
        <p:nvSpPr>
          <p:cNvPr id="311" name="Google Shape;311;p27: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312" name="Google Shape;312;p27: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PhAnim="0" showMasterSp="0">
  <p:cSld>
    <p:spTree>
      <p:nvGrpSpPr>
        <p:cNvPr id="332" name="Shape 332"/>
        <p:cNvGrpSpPr/>
        <p:nvPr/>
      </p:nvGrpSpPr>
      <p:grpSpPr>
        <a:xfrm>
          <a:off x="0" y="0"/>
          <a:ext cx="0" cy="0"/>
          <a:chOff x="0" y="0"/>
          <a:chExt cx="0" cy="0"/>
        </a:xfrm>
      </p:grpSpPr>
      <p:sp>
        <p:nvSpPr>
          <p:cNvPr id="333" name="Google Shape;333;p28: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334" name="Google Shape;334;p28: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PhAnim="0" showMasterSp="0">
  <p:cSld>
    <p:spTree>
      <p:nvGrpSpPr>
        <p:cNvPr id="352" name="Shape 352"/>
        <p:cNvGrpSpPr/>
        <p:nvPr/>
      </p:nvGrpSpPr>
      <p:grpSpPr>
        <a:xfrm>
          <a:off x="0" y="0"/>
          <a:ext cx="0" cy="0"/>
          <a:chOff x="0" y="0"/>
          <a:chExt cx="0" cy="0"/>
        </a:xfrm>
      </p:grpSpPr>
      <p:sp>
        <p:nvSpPr>
          <p:cNvPr id="353" name="Google Shape;353;p29: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354" name="Google Shape;354;p29: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PhAnim="0" showMasterSp="0">
  <p:cSld>
    <p:spTree>
      <p:nvGrpSpPr>
        <p:cNvPr id="427" name="Shape 427"/>
        <p:cNvGrpSpPr/>
        <p:nvPr/>
      </p:nvGrpSpPr>
      <p:grpSpPr>
        <a:xfrm>
          <a:off x="0" y="0"/>
          <a:ext cx="0" cy="0"/>
          <a:chOff x="0" y="0"/>
          <a:chExt cx="0" cy="0"/>
        </a:xfrm>
      </p:grpSpPr>
      <p:sp>
        <p:nvSpPr>
          <p:cNvPr id="428" name="Google Shape;428;p30: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429" name="Google Shape;429;p30: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matchingName="Blank">
  <p:cSld name="BLANK">
    <p:spTree>
      <p:nvGrpSpPr>
        <p:cNvPr id="11" name="Shape 11"/>
        <p:cNvGrpSpPr/>
        <p:nvPr/>
      </p:nvGrpSpPr>
      <p:grpSpPr>
        <a:xfrm>
          <a:off x="0" y="0"/>
          <a:ext cx="0" cy="0"/>
          <a:chOff x="0" y="0"/>
          <a:chExt cx="0" cy="0"/>
        </a:xfrm>
      </p:grpSpPr>
      <p:sp>
        <p:nvSpPr>
          <p:cNvPr id="12" name="Google Shape;12;p2"/>
          <p:cNvSpPr txBox="1"/>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2"/>
          <p:cNvSpPr txBox="1"/>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2"/>
          <p:cNvSpPr txBox="1"/>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matchingName="Title Slide">
  <p:cSld name="TITLE">
    <p:spTree>
      <p:nvGrpSpPr>
        <p:cNvPr id="15" name="Shape 15"/>
        <p:cNvGrpSpPr/>
        <p:nvPr/>
      </p:nvGrpSpPr>
      <p:grpSpPr>
        <a:xfrm>
          <a:off x="0" y="0"/>
          <a:ext cx="0" cy="0"/>
          <a:chOff x="0" y="0"/>
          <a:chExt cx="0" cy="0"/>
        </a:xfrm>
      </p:grpSpPr>
      <p:pic>
        <p:nvPicPr>
          <p:cNvPr id="16" name="Google Shape;16;p3"/>
          <p:cNvPicPr preferRelativeResize="0"/>
          <p:nvPr/>
        </p:nvPicPr>
        <p:blipFill>
          <a:blip r:embed="rId2"/>
          <a:stretch>
            <a:fillRect/>
          </a:stretch>
        </p:blipFill>
        <p:spPr>
          <a:xfrm>
            <a:off x="18" y="0"/>
            <a:ext cx="18288000" cy="10295938"/>
          </a:xfrm>
          <a:prstGeom prst="rect">
            <a:avLst/>
          </a:prstGeom>
          <a:noFill/>
          <a:ln>
            <a:noFill/>
          </a:ln>
        </p:spPr>
      </p:pic>
      <p:pic>
        <p:nvPicPr>
          <p:cNvPr id="17" name="Google Shape;17;p3"/>
          <p:cNvPicPr preferRelativeResize="0"/>
          <p:nvPr/>
        </p:nvPicPr>
        <p:blipFill>
          <a:blip r:embed="rId3"/>
          <a:stretch>
            <a:fillRect/>
          </a:stretch>
        </p:blipFill>
        <p:spPr>
          <a:xfrm>
            <a:off x="4013225" y="0"/>
            <a:ext cx="10261600" cy="10287000"/>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matchingName="Title and Content">
  <p:cSld name="OBJECT">
    <p:spTree>
      <p:nvGrpSpPr>
        <p:cNvPr id="18" name="Shape 18"/>
        <p:cNvGrpSpPr/>
        <p:nvPr/>
      </p:nvGrpSpPr>
      <p:grpSpPr>
        <a:xfrm>
          <a:off x="0" y="0"/>
          <a:ext cx="0" cy="0"/>
          <a:chOff x="0" y="0"/>
          <a:chExt cx="0" cy="0"/>
        </a:xfrm>
      </p:grpSpPr>
      <p:pic>
        <p:nvPicPr>
          <p:cNvPr id="19" name="Google Shape;19;p4"/>
          <p:cNvPicPr preferRelativeResize="0"/>
          <p:nvPr/>
        </p:nvPicPr>
        <p:blipFill>
          <a:blip r:embed="rId2"/>
          <a:stretch>
            <a:fillRect/>
          </a:stretch>
        </p:blipFill>
        <p:spPr>
          <a:xfrm>
            <a:off x="18" y="0"/>
            <a:ext cx="18288000" cy="10295938"/>
          </a:xfrm>
          <a:prstGeom prst="rect">
            <a:avLst/>
          </a:prstGeom>
          <a:noFill/>
          <a:ln>
            <a:noFill/>
          </a:ln>
        </p:spPr>
      </p:pic>
      <p:pic>
        <p:nvPicPr>
          <p:cNvPr id="20" name="Google Shape;20;p4"/>
          <p:cNvPicPr preferRelativeResize="0"/>
          <p:nvPr/>
        </p:nvPicPr>
        <p:blipFill>
          <a:blip r:embed="rId3"/>
          <a:stretch>
            <a:fillRect/>
          </a:stretch>
        </p:blipFill>
        <p:spPr>
          <a:xfrm>
            <a:off x="-2352775" y="-245300"/>
            <a:ext cx="10885824" cy="10911216"/>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matchingName="Section Header">
  <p:cSld name="SECTION_HEADER">
    <p:spTree>
      <p:nvGrpSpPr>
        <p:cNvPr id="21" name="Shape 21"/>
        <p:cNvGrpSpPr/>
        <p:nvPr/>
      </p:nvGrpSpPr>
      <p:grpSpPr>
        <a:xfrm>
          <a:off x="0" y="0"/>
          <a:ext cx="0" cy="0"/>
          <a:chOff x="0" y="0"/>
          <a:chExt cx="0" cy="0"/>
        </a:xfrm>
      </p:grpSpPr>
      <p:sp>
        <p:nvSpPr>
          <p:cNvPr id="22" name="Google Shape;22;p5"/>
          <p:cNvSpPr/>
          <p:nvPr/>
        </p:nvSpPr>
        <p:spPr>
          <a:xfrm>
            <a:off x="0" y="0"/>
            <a:ext cx="18288000" cy="10287000"/>
          </a:xfrm>
          <a:custGeom>
            <a:avLst/>
            <a:gdLst/>
            <a:ahLst/>
            <a:cxnLst/>
            <a:rect l="l" t="t" r="r" b="b"/>
            <a:pathLst>
              <a:path w="18288000" h="10287000" extrusionOk="0">
                <a:moveTo>
                  <a:pt x="0" y="0"/>
                </a:moveTo>
                <a:lnTo>
                  <a:pt x="18288000" y="0"/>
                </a:lnTo>
                <a:lnTo>
                  <a:pt x="18288000" y="10287000"/>
                </a:lnTo>
                <a:lnTo>
                  <a:pt x="0" y="10287000"/>
                </a:lnTo>
                <a:lnTo>
                  <a:pt x="0" y="0"/>
                </a:lnTo>
                <a:close/>
              </a:path>
            </a:pathLst>
          </a:custGeom>
          <a:blipFill rotWithShape="1">
            <a:blip r:embed="rId2">
              <a:alphaModFix amt="50000"/>
            </a:blip>
            <a:stretch>
              <a:fillRect t="-9219" b="-9219"/>
            </a:stretch>
          </a:blipFill>
          <a:ln>
            <a:noFill/>
          </a:ln>
        </p:spPr>
      </p:sp>
      <p:pic>
        <p:nvPicPr>
          <p:cNvPr id="23" name="Google Shape;23;p5"/>
          <p:cNvPicPr preferRelativeResize="0"/>
          <p:nvPr/>
        </p:nvPicPr>
        <p:blipFill>
          <a:blip r:embed="rId3"/>
          <a:stretch>
            <a:fillRect/>
          </a:stretch>
        </p:blipFill>
        <p:spPr>
          <a:xfrm>
            <a:off x="2400913" y="5421825"/>
            <a:ext cx="13486175" cy="14120499"/>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matchingName="Two Content">
  <p:cSld name="TWO_OBJECTS">
    <p:spTree>
      <p:nvGrpSpPr>
        <p:cNvPr id="24" name="Shape 24"/>
        <p:cNvGrpSpPr/>
        <p:nvPr/>
      </p:nvGrpSpPr>
      <p:grpSpPr>
        <a:xfrm>
          <a:off x="0" y="0"/>
          <a:ext cx="0" cy="0"/>
          <a:chOff x="0" y="0"/>
          <a:chExt cx="0" cy="0"/>
        </a:xfrm>
      </p:grpSpPr>
      <p:sp>
        <p:nvSpPr>
          <p:cNvPr id="25" name="Google Shape;25;p6"/>
          <p:cNvSpPr/>
          <p:nvPr/>
        </p:nvSpPr>
        <p:spPr>
          <a:xfrm>
            <a:off x="0" y="0"/>
            <a:ext cx="18288000" cy="10287000"/>
          </a:xfrm>
          <a:custGeom>
            <a:avLst/>
            <a:gdLst/>
            <a:ahLst/>
            <a:cxnLst/>
            <a:rect l="l" t="t" r="r" b="b"/>
            <a:pathLst>
              <a:path w="18288000" h="10287000" extrusionOk="0">
                <a:moveTo>
                  <a:pt x="0" y="0"/>
                </a:moveTo>
                <a:lnTo>
                  <a:pt x="18288000" y="0"/>
                </a:lnTo>
                <a:lnTo>
                  <a:pt x="18288000" y="10287000"/>
                </a:lnTo>
                <a:lnTo>
                  <a:pt x="0" y="10287000"/>
                </a:lnTo>
                <a:lnTo>
                  <a:pt x="0" y="0"/>
                </a:lnTo>
                <a:close/>
              </a:path>
            </a:pathLst>
          </a:custGeom>
          <a:blipFill rotWithShape="1">
            <a:blip r:embed="rId2">
              <a:alphaModFix amt="50000"/>
            </a:blip>
            <a:stretch>
              <a:fillRect t="-9219" b="-9219"/>
            </a:stretch>
          </a:blipFill>
          <a:ln>
            <a:noFill/>
          </a:ln>
        </p:spPr>
      </p:sp>
      <p:pic>
        <p:nvPicPr>
          <p:cNvPr id="26" name="Google Shape;26;p6"/>
          <p:cNvPicPr preferRelativeResize="0"/>
          <p:nvPr/>
        </p:nvPicPr>
        <p:blipFill>
          <a:blip r:embed="rId3"/>
          <a:stretch>
            <a:fillRect/>
          </a:stretch>
        </p:blipFill>
        <p:spPr>
          <a:xfrm>
            <a:off x="9337635" y="-806925"/>
            <a:ext cx="12032355" cy="12058023"/>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matchingName="Comparison">
  <p:cSld name="TWO_OBJECTS_WITH_TEXT">
    <p:spTree>
      <p:nvGrpSpPr>
        <p:cNvPr id="27" name="Shape 27"/>
        <p:cNvGrpSpPr/>
        <p:nvPr/>
      </p:nvGrpSpPr>
      <p:grpSpPr>
        <a:xfrm>
          <a:off x="0" y="0"/>
          <a:ext cx="0" cy="0"/>
          <a:chOff x="0" y="0"/>
          <a:chExt cx="0" cy="0"/>
        </a:xfrm>
      </p:grpSpPr>
      <p:sp>
        <p:nvSpPr>
          <p:cNvPr id="28" name="Google Shape;28;p7"/>
          <p:cNvSpPr/>
          <p:nvPr/>
        </p:nvSpPr>
        <p:spPr>
          <a:xfrm>
            <a:off x="0" y="0"/>
            <a:ext cx="18288000" cy="10287000"/>
          </a:xfrm>
          <a:custGeom>
            <a:avLst/>
            <a:gdLst/>
            <a:ahLst/>
            <a:cxnLst/>
            <a:rect l="l" t="t" r="r" b="b"/>
            <a:pathLst>
              <a:path w="18288000" h="10287000" extrusionOk="0">
                <a:moveTo>
                  <a:pt x="0" y="0"/>
                </a:moveTo>
                <a:lnTo>
                  <a:pt x="18288000" y="0"/>
                </a:lnTo>
                <a:lnTo>
                  <a:pt x="18288000" y="10287000"/>
                </a:lnTo>
                <a:lnTo>
                  <a:pt x="0" y="10287000"/>
                </a:lnTo>
                <a:lnTo>
                  <a:pt x="0" y="0"/>
                </a:lnTo>
                <a:close/>
              </a:path>
            </a:pathLst>
          </a:custGeom>
          <a:blipFill rotWithShape="1">
            <a:blip r:embed="rId2">
              <a:alphaModFix amt="50000"/>
            </a:blip>
            <a:stretch>
              <a:fillRect t="-9219" b="-9219"/>
            </a:stretch>
          </a:blipFill>
          <a:ln>
            <a:noFill/>
          </a:ln>
        </p:spPr>
      </p:sp>
      <p:pic>
        <p:nvPicPr>
          <p:cNvPr id="29" name="Google Shape;29;p7"/>
          <p:cNvPicPr preferRelativeResize="0"/>
          <p:nvPr/>
        </p:nvPicPr>
        <p:blipFill>
          <a:blip r:embed="rId3"/>
          <a:stretch>
            <a:fillRect/>
          </a:stretch>
        </p:blipFill>
        <p:spPr>
          <a:xfrm>
            <a:off x="1311774" y="-10471354"/>
            <a:ext cx="15664451" cy="15610879"/>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matchingName="Title Only">
  <p:cSld name="TITLE_ONLY">
    <p:spTree>
      <p:nvGrpSpPr>
        <p:cNvPr id="30" name="Shape 30"/>
        <p:cNvGrpSpPr/>
        <p:nvPr/>
      </p:nvGrpSpPr>
      <p:grpSpPr>
        <a:xfrm>
          <a:off x="0" y="0"/>
          <a:ext cx="0" cy="0"/>
          <a:chOff x="0" y="0"/>
          <a:chExt cx="0" cy="0"/>
        </a:xfrm>
      </p:grpSpPr>
      <p:sp>
        <p:nvSpPr>
          <p:cNvPr id="31" name="Google Shape;31;p8"/>
          <p:cNvSpPr/>
          <p:nvPr/>
        </p:nvSpPr>
        <p:spPr>
          <a:xfrm>
            <a:off x="0" y="0"/>
            <a:ext cx="18288000" cy="10287000"/>
          </a:xfrm>
          <a:custGeom>
            <a:avLst/>
            <a:gdLst/>
            <a:ahLst/>
            <a:cxnLst/>
            <a:rect l="l" t="t" r="r" b="b"/>
            <a:pathLst>
              <a:path w="18288000" h="10287000" extrusionOk="0">
                <a:moveTo>
                  <a:pt x="0" y="0"/>
                </a:moveTo>
                <a:lnTo>
                  <a:pt x="18288000" y="0"/>
                </a:lnTo>
                <a:lnTo>
                  <a:pt x="18288000" y="10287000"/>
                </a:lnTo>
                <a:lnTo>
                  <a:pt x="0" y="10287000"/>
                </a:lnTo>
                <a:lnTo>
                  <a:pt x="0" y="0"/>
                </a:lnTo>
                <a:close/>
              </a:path>
            </a:pathLst>
          </a:custGeom>
          <a:blipFill rotWithShape="1">
            <a:blip r:embed="rId2">
              <a:alphaModFix amt="50000"/>
            </a:blip>
            <a:stretch>
              <a:fillRect t="-9219" b="-9219"/>
            </a:stretch>
          </a:blipFill>
          <a:ln>
            <a:noFill/>
          </a:ln>
        </p:spPr>
      </p:sp>
      <p:pic>
        <p:nvPicPr>
          <p:cNvPr id="32" name="Google Shape;32;p8"/>
          <p:cNvPicPr preferRelativeResize="0"/>
          <p:nvPr/>
        </p:nvPicPr>
        <p:blipFill>
          <a:blip r:embed="rId3"/>
          <a:stretch>
            <a:fillRect/>
          </a:stretch>
        </p:blipFill>
        <p:spPr>
          <a:xfrm>
            <a:off x="-12528000" y="-7555523"/>
            <a:ext cx="27784750" cy="26523045"/>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matchingName="Content with Caption">
  <p:cSld name="OBJECT_WITH_CAPTION_TEXT">
    <p:spTree>
      <p:nvGrpSpPr>
        <p:cNvPr id="33" name="Shape 33"/>
        <p:cNvGrpSpPr/>
        <p:nvPr/>
      </p:nvGrpSpPr>
      <p:grpSpPr>
        <a:xfrm>
          <a:off x="0" y="0"/>
          <a:ext cx="0" cy="0"/>
          <a:chOff x="0" y="0"/>
          <a:chExt cx="0" cy="0"/>
        </a:xfrm>
      </p:grpSpPr>
      <p:sp>
        <p:nvSpPr>
          <p:cNvPr id="34" name="Google Shape;34;p9"/>
          <p:cNvSpPr/>
          <p:nvPr/>
        </p:nvSpPr>
        <p:spPr>
          <a:xfrm>
            <a:off x="0" y="0"/>
            <a:ext cx="18288000" cy="10287000"/>
          </a:xfrm>
          <a:custGeom>
            <a:avLst/>
            <a:gdLst/>
            <a:ahLst/>
            <a:cxnLst/>
            <a:rect l="l" t="t" r="r" b="b"/>
            <a:pathLst>
              <a:path w="18288000" h="10287000" extrusionOk="0">
                <a:moveTo>
                  <a:pt x="0" y="0"/>
                </a:moveTo>
                <a:lnTo>
                  <a:pt x="18288000" y="0"/>
                </a:lnTo>
                <a:lnTo>
                  <a:pt x="18288000" y="10287000"/>
                </a:lnTo>
                <a:lnTo>
                  <a:pt x="0" y="10287000"/>
                </a:lnTo>
                <a:lnTo>
                  <a:pt x="0" y="0"/>
                </a:lnTo>
                <a:close/>
              </a:path>
            </a:pathLst>
          </a:custGeom>
          <a:blipFill rotWithShape="1">
            <a:blip r:embed="rId2">
              <a:alphaModFix amt="50000"/>
            </a:blip>
            <a:stretch>
              <a:fillRect t="-9219" b="-9219"/>
            </a:stretch>
          </a:blipFill>
          <a:ln>
            <a:noFill/>
          </a:ln>
        </p:spPr>
      </p:sp>
      <p:pic>
        <p:nvPicPr>
          <p:cNvPr id="35" name="Google Shape;35;p9"/>
          <p:cNvPicPr preferRelativeResize="0"/>
          <p:nvPr/>
        </p:nvPicPr>
        <p:blipFill>
          <a:blip r:embed="rId3"/>
          <a:stretch>
            <a:fillRect/>
          </a:stretch>
        </p:blipFill>
        <p:spPr>
          <a:xfrm>
            <a:off x="887712" y="6338400"/>
            <a:ext cx="16279224" cy="16032851"/>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theme" Target="../theme/theme1.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5" name="Shape 5"/>
        <p:cNvGrpSpPr/>
        <p:nvPr/>
      </p:nvGrpSpPr>
      <p:grpSpPr>
        <a:xfrm>
          <a:off x="0" y="0"/>
          <a:ext cx="0" cy="0"/>
          <a:chOff x="0" y="0"/>
          <a:chExt cx="0" cy="0"/>
        </a:xfrm>
      </p:grpSpPr>
      <p:sp>
        <p:nvSpPr>
          <p:cNvPr id="6" name="Google Shape;6;p1"/>
          <p:cNvSpPr txBox="1"/>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chemeClr val="lt1"/>
              </a:buClr>
              <a:buSzPts val="4400"/>
              <a:buFont typeface="Inter" panose="02000503000000020004"/>
              <a:buNone/>
              <a:defRPr sz="4400" i="0" u="none" strike="noStrike" cap="none">
                <a:solidFill>
                  <a:schemeClr val="lt1"/>
                </a:solidFill>
                <a:latin typeface="Inter" panose="02000503000000020004"/>
                <a:ea typeface="Inter" panose="02000503000000020004"/>
                <a:cs typeface="Inter" panose="02000503000000020004"/>
                <a:sym typeface="Inter" panose="02000503000000020004"/>
              </a:defRPr>
            </a:lvl1pPr>
            <a:lvl2pPr lvl="1">
              <a:spcBef>
                <a:spcPts val="0"/>
              </a:spcBef>
              <a:spcAft>
                <a:spcPts val="0"/>
              </a:spcAft>
              <a:buClr>
                <a:schemeClr val="lt1"/>
              </a:buClr>
              <a:buSzPts val="1400"/>
              <a:buNone/>
              <a:defRPr sz="1800">
                <a:solidFill>
                  <a:schemeClr val="lt1"/>
                </a:solidFill>
              </a:defRPr>
            </a:lvl2pPr>
            <a:lvl3pPr lvl="2">
              <a:spcBef>
                <a:spcPts val="0"/>
              </a:spcBef>
              <a:spcAft>
                <a:spcPts val="0"/>
              </a:spcAft>
              <a:buClr>
                <a:schemeClr val="lt1"/>
              </a:buClr>
              <a:buSzPts val="1400"/>
              <a:buNone/>
              <a:defRPr sz="1800">
                <a:solidFill>
                  <a:schemeClr val="lt1"/>
                </a:solidFill>
              </a:defRPr>
            </a:lvl3pPr>
            <a:lvl4pPr lvl="3">
              <a:spcBef>
                <a:spcPts val="0"/>
              </a:spcBef>
              <a:spcAft>
                <a:spcPts val="0"/>
              </a:spcAft>
              <a:buClr>
                <a:schemeClr val="lt1"/>
              </a:buClr>
              <a:buSzPts val="1400"/>
              <a:buNone/>
              <a:defRPr sz="1800">
                <a:solidFill>
                  <a:schemeClr val="lt1"/>
                </a:solidFill>
              </a:defRPr>
            </a:lvl4pPr>
            <a:lvl5pPr lvl="4">
              <a:spcBef>
                <a:spcPts val="0"/>
              </a:spcBef>
              <a:spcAft>
                <a:spcPts val="0"/>
              </a:spcAft>
              <a:buClr>
                <a:schemeClr val="lt1"/>
              </a:buClr>
              <a:buSzPts val="1400"/>
              <a:buNone/>
              <a:defRPr sz="1800">
                <a:solidFill>
                  <a:schemeClr val="lt1"/>
                </a:solidFill>
              </a:defRPr>
            </a:lvl5pPr>
            <a:lvl6pPr lvl="5">
              <a:spcBef>
                <a:spcPts val="0"/>
              </a:spcBef>
              <a:spcAft>
                <a:spcPts val="0"/>
              </a:spcAft>
              <a:buClr>
                <a:schemeClr val="lt1"/>
              </a:buClr>
              <a:buSzPts val="1400"/>
              <a:buNone/>
              <a:defRPr sz="1800">
                <a:solidFill>
                  <a:schemeClr val="lt1"/>
                </a:solidFill>
              </a:defRPr>
            </a:lvl6pPr>
            <a:lvl7pPr lvl="6">
              <a:spcBef>
                <a:spcPts val="0"/>
              </a:spcBef>
              <a:spcAft>
                <a:spcPts val="0"/>
              </a:spcAft>
              <a:buClr>
                <a:schemeClr val="lt1"/>
              </a:buClr>
              <a:buSzPts val="1400"/>
              <a:buNone/>
              <a:defRPr sz="1800">
                <a:solidFill>
                  <a:schemeClr val="lt1"/>
                </a:solidFill>
              </a:defRPr>
            </a:lvl7pPr>
            <a:lvl8pPr lvl="7">
              <a:spcBef>
                <a:spcPts val="0"/>
              </a:spcBef>
              <a:spcAft>
                <a:spcPts val="0"/>
              </a:spcAft>
              <a:buClr>
                <a:schemeClr val="lt1"/>
              </a:buClr>
              <a:buSzPts val="1400"/>
              <a:buNone/>
              <a:defRPr sz="1800">
                <a:solidFill>
                  <a:schemeClr val="lt1"/>
                </a:solidFill>
              </a:defRPr>
            </a:lvl8pPr>
            <a:lvl9pPr lvl="8">
              <a:spcBef>
                <a:spcPts val="0"/>
              </a:spcBef>
              <a:spcAft>
                <a:spcPts val="0"/>
              </a:spcAft>
              <a:buClr>
                <a:schemeClr val="lt1"/>
              </a:buClr>
              <a:buSzPts val="1400"/>
              <a:buNone/>
              <a:defRPr sz="1800">
                <a:solidFill>
                  <a:schemeClr val="lt1"/>
                </a:solidFill>
              </a:defRPr>
            </a:lvl9pPr>
          </a:lstStyle>
          <a:p/>
        </p:txBody>
      </p:sp>
      <p:sp>
        <p:nvSpPr>
          <p:cNvPr id="7" name="Google Shape;7;p1"/>
          <p:cNvSpPr txBox="1"/>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marR="0" lvl="0" indent="-431800" algn="l" rtl="0">
              <a:spcBef>
                <a:spcPts val="640"/>
              </a:spcBef>
              <a:spcAft>
                <a:spcPts val="0"/>
              </a:spcAft>
              <a:buClr>
                <a:schemeClr val="lt1"/>
              </a:buClr>
              <a:buSzPts val="3200"/>
              <a:buFont typeface="Inter" panose="02000503000000020004"/>
              <a:buChar char="•"/>
              <a:defRPr sz="3200" i="0" u="none" strike="noStrike" cap="none">
                <a:solidFill>
                  <a:schemeClr val="lt1"/>
                </a:solidFill>
                <a:latin typeface="Inter" panose="02000503000000020004"/>
                <a:ea typeface="Inter" panose="02000503000000020004"/>
                <a:cs typeface="Inter" panose="02000503000000020004"/>
                <a:sym typeface="Inter" panose="02000503000000020004"/>
              </a:defRPr>
            </a:lvl1pPr>
            <a:lvl2pPr marL="914400" marR="0" lvl="1" indent="-406400" algn="l" rtl="0">
              <a:spcBef>
                <a:spcPts val="560"/>
              </a:spcBef>
              <a:spcAft>
                <a:spcPts val="0"/>
              </a:spcAft>
              <a:buClr>
                <a:schemeClr val="lt1"/>
              </a:buClr>
              <a:buSzPts val="2800"/>
              <a:buFont typeface="Inter" panose="02000503000000020004"/>
              <a:buChar char="–"/>
              <a:defRPr sz="2800" i="0" u="none" strike="noStrike" cap="none">
                <a:solidFill>
                  <a:schemeClr val="lt1"/>
                </a:solidFill>
                <a:latin typeface="Inter" panose="02000503000000020004"/>
                <a:ea typeface="Inter" panose="02000503000000020004"/>
                <a:cs typeface="Inter" panose="02000503000000020004"/>
                <a:sym typeface="Inter" panose="02000503000000020004"/>
              </a:defRPr>
            </a:lvl2pPr>
            <a:lvl3pPr marL="1371600" marR="0" lvl="2" indent="-381000" algn="l" rtl="0">
              <a:spcBef>
                <a:spcPts val="480"/>
              </a:spcBef>
              <a:spcAft>
                <a:spcPts val="0"/>
              </a:spcAft>
              <a:buClr>
                <a:schemeClr val="lt1"/>
              </a:buClr>
              <a:buSzPts val="2400"/>
              <a:buFont typeface="Inter" panose="02000503000000020004"/>
              <a:buChar char="•"/>
              <a:defRPr sz="2400" i="0" u="none" strike="noStrike" cap="none">
                <a:solidFill>
                  <a:schemeClr val="lt1"/>
                </a:solidFill>
                <a:latin typeface="Inter" panose="02000503000000020004"/>
                <a:ea typeface="Inter" panose="02000503000000020004"/>
                <a:cs typeface="Inter" panose="02000503000000020004"/>
                <a:sym typeface="Inter" panose="02000503000000020004"/>
              </a:defRPr>
            </a:lvl3pPr>
            <a:lvl4pPr marL="1828800" marR="0" lvl="3" indent="-355600" algn="l" rtl="0">
              <a:spcBef>
                <a:spcPts val="400"/>
              </a:spcBef>
              <a:spcAft>
                <a:spcPts val="0"/>
              </a:spcAft>
              <a:buClr>
                <a:schemeClr val="lt1"/>
              </a:buClr>
              <a:buSzPts val="2000"/>
              <a:buFont typeface="Inter" panose="02000503000000020004"/>
              <a:buChar char="–"/>
              <a:defRPr sz="2000" i="0" u="none" strike="noStrike" cap="none">
                <a:solidFill>
                  <a:schemeClr val="lt1"/>
                </a:solidFill>
                <a:latin typeface="Inter" panose="02000503000000020004"/>
                <a:ea typeface="Inter" panose="02000503000000020004"/>
                <a:cs typeface="Inter" panose="02000503000000020004"/>
                <a:sym typeface="Inter" panose="02000503000000020004"/>
              </a:defRPr>
            </a:lvl4pPr>
            <a:lvl5pPr marL="2286000" marR="0" lvl="4" indent="-355600" algn="l" rtl="0">
              <a:spcBef>
                <a:spcPts val="400"/>
              </a:spcBef>
              <a:spcAft>
                <a:spcPts val="0"/>
              </a:spcAft>
              <a:buClr>
                <a:schemeClr val="lt1"/>
              </a:buClr>
              <a:buSzPts val="2000"/>
              <a:buFont typeface="Inter" panose="02000503000000020004"/>
              <a:buChar char="»"/>
              <a:defRPr sz="2000" i="0" u="none" strike="noStrike" cap="none">
                <a:solidFill>
                  <a:schemeClr val="lt1"/>
                </a:solidFill>
                <a:latin typeface="Inter" panose="02000503000000020004"/>
                <a:ea typeface="Inter" panose="02000503000000020004"/>
                <a:cs typeface="Inter" panose="02000503000000020004"/>
                <a:sym typeface="Inter" panose="02000503000000020004"/>
              </a:defRPr>
            </a:lvl5pPr>
            <a:lvl6pPr marL="2743200" marR="0" lvl="5" indent="-355600" algn="l" rtl="0">
              <a:spcBef>
                <a:spcPts val="400"/>
              </a:spcBef>
              <a:spcAft>
                <a:spcPts val="0"/>
              </a:spcAft>
              <a:buClr>
                <a:schemeClr val="lt1"/>
              </a:buClr>
              <a:buSzPts val="2000"/>
              <a:buFont typeface="Inter" panose="02000503000000020004"/>
              <a:buChar char="•"/>
              <a:defRPr sz="2000" i="0" u="none" strike="noStrike" cap="none">
                <a:solidFill>
                  <a:schemeClr val="lt1"/>
                </a:solidFill>
                <a:latin typeface="Inter" panose="02000503000000020004"/>
                <a:ea typeface="Inter" panose="02000503000000020004"/>
                <a:cs typeface="Inter" panose="02000503000000020004"/>
                <a:sym typeface="Inter" panose="02000503000000020004"/>
              </a:defRPr>
            </a:lvl6pPr>
            <a:lvl7pPr marL="3200400" marR="0" lvl="6" indent="-355600" algn="l" rtl="0">
              <a:spcBef>
                <a:spcPts val="400"/>
              </a:spcBef>
              <a:spcAft>
                <a:spcPts val="0"/>
              </a:spcAft>
              <a:buClr>
                <a:schemeClr val="lt1"/>
              </a:buClr>
              <a:buSzPts val="2000"/>
              <a:buFont typeface="Inter" panose="02000503000000020004"/>
              <a:buChar char="•"/>
              <a:defRPr sz="2000" i="0" u="none" strike="noStrike" cap="none">
                <a:solidFill>
                  <a:schemeClr val="lt1"/>
                </a:solidFill>
                <a:latin typeface="Inter" panose="02000503000000020004"/>
                <a:ea typeface="Inter" panose="02000503000000020004"/>
                <a:cs typeface="Inter" panose="02000503000000020004"/>
                <a:sym typeface="Inter" panose="02000503000000020004"/>
              </a:defRPr>
            </a:lvl7pPr>
            <a:lvl8pPr marL="3657600" marR="0" lvl="7" indent="-355600" algn="l" rtl="0">
              <a:spcBef>
                <a:spcPts val="400"/>
              </a:spcBef>
              <a:spcAft>
                <a:spcPts val="0"/>
              </a:spcAft>
              <a:buClr>
                <a:schemeClr val="lt1"/>
              </a:buClr>
              <a:buSzPts val="2000"/>
              <a:buFont typeface="Inter" panose="02000503000000020004"/>
              <a:buChar char="•"/>
              <a:defRPr sz="2000" i="0" u="none" strike="noStrike" cap="none">
                <a:solidFill>
                  <a:schemeClr val="lt1"/>
                </a:solidFill>
                <a:latin typeface="Inter" panose="02000503000000020004"/>
                <a:ea typeface="Inter" panose="02000503000000020004"/>
                <a:cs typeface="Inter" panose="02000503000000020004"/>
                <a:sym typeface="Inter" panose="02000503000000020004"/>
              </a:defRPr>
            </a:lvl8pPr>
            <a:lvl9pPr marL="4114800" marR="0" lvl="8" indent="-355600" algn="l" rtl="0">
              <a:spcBef>
                <a:spcPts val="400"/>
              </a:spcBef>
              <a:spcAft>
                <a:spcPts val="0"/>
              </a:spcAft>
              <a:buClr>
                <a:schemeClr val="lt1"/>
              </a:buClr>
              <a:buSzPts val="2000"/>
              <a:buFont typeface="Inter" panose="02000503000000020004"/>
              <a:buChar char="•"/>
              <a:defRPr sz="2000" i="0" u="none" strike="noStrike" cap="none">
                <a:solidFill>
                  <a:schemeClr val="lt1"/>
                </a:solidFill>
                <a:latin typeface="Inter" panose="02000503000000020004"/>
                <a:ea typeface="Inter" panose="02000503000000020004"/>
                <a:cs typeface="Inter" panose="02000503000000020004"/>
                <a:sym typeface="Inter" panose="02000503000000020004"/>
              </a:defRPr>
            </a:lvl9pPr>
          </a:lstStyle>
          <a:p/>
        </p:txBody>
      </p:sp>
      <p:sp>
        <p:nvSpPr>
          <p:cNvPr id="8" name="Google Shape;8;p1"/>
          <p:cNvSpPr txBox="1"/>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Clr>
                <a:schemeClr val="lt1"/>
              </a:buClr>
              <a:buSzPts val="1400"/>
              <a:buNone/>
              <a:defRPr sz="1200" b="0" i="0" u="none" strike="noStrike" cap="none">
                <a:solidFill>
                  <a:schemeClr val="lt1"/>
                </a:solidFill>
                <a:latin typeface="Calibri" panose="020F0502020204030204"/>
                <a:ea typeface="Calibri" panose="020F0502020204030204"/>
                <a:cs typeface="Calibri" panose="020F0502020204030204"/>
                <a:sym typeface="Calibri" panose="020F0502020204030204"/>
              </a:defRPr>
            </a:lvl1pPr>
            <a:lvl2pPr marR="0" lvl="1" algn="l" rtl="0">
              <a:spcBef>
                <a:spcPts val="0"/>
              </a:spcBef>
              <a:spcAft>
                <a:spcPts val="0"/>
              </a:spcAft>
              <a:buClr>
                <a:schemeClr val="lt1"/>
              </a:buClr>
              <a:buSzPts val="1400"/>
              <a:buNone/>
              <a:defRPr sz="1800" b="0" i="0" u="none" strike="noStrike" cap="none">
                <a:solidFill>
                  <a:schemeClr val="lt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Clr>
                <a:schemeClr val="lt1"/>
              </a:buClr>
              <a:buSzPts val="1400"/>
              <a:buNone/>
              <a:defRPr sz="1800" b="0" i="0" u="none" strike="noStrike" cap="none">
                <a:solidFill>
                  <a:schemeClr val="lt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Clr>
                <a:schemeClr val="lt1"/>
              </a:buClr>
              <a:buSzPts val="1400"/>
              <a:buNone/>
              <a:defRPr sz="1800" b="0" i="0" u="none" strike="noStrike" cap="none">
                <a:solidFill>
                  <a:schemeClr val="lt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Clr>
                <a:schemeClr val="lt1"/>
              </a:buClr>
              <a:buSzPts val="1400"/>
              <a:buNone/>
              <a:defRPr sz="1800" b="0" i="0" u="none" strike="noStrike" cap="none">
                <a:solidFill>
                  <a:schemeClr val="lt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Clr>
                <a:schemeClr val="lt1"/>
              </a:buClr>
              <a:buSzPts val="1400"/>
              <a:buNone/>
              <a:defRPr sz="1800" b="0" i="0" u="none" strike="noStrike" cap="none">
                <a:solidFill>
                  <a:schemeClr val="lt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Clr>
                <a:schemeClr val="lt1"/>
              </a:buClr>
              <a:buSzPts val="1400"/>
              <a:buNone/>
              <a:defRPr sz="1800" b="0" i="0" u="none" strike="noStrike" cap="none">
                <a:solidFill>
                  <a:schemeClr val="lt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Clr>
                <a:schemeClr val="lt1"/>
              </a:buClr>
              <a:buSzPts val="1400"/>
              <a:buNone/>
              <a:defRPr sz="1800" b="0" i="0" u="none" strike="noStrike" cap="none">
                <a:solidFill>
                  <a:schemeClr val="lt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Clr>
                <a:schemeClr val="lt1"/>
              </a:buClr>
              <a:buSzPts val="1400"/>
              <a:buNone/>
              <a:defRPr sz="1800" b="0" i="0" u="none" strike="noStrike" cap="none">
                <a:solidFill>
                  <a:schemeClr val="lt1"/>
                </a:solidFill>
                <a:latin typeface="Calibri" panose="020F0502020204030204"/>
                <a:ea typeface="Calibri" panose="020F0502020204030204"/>
                <a:cs typeface="Calibri" panose="020F0502020204030204"/>
                <a:sym typeface="Calibri" panose="020F0502020204030204"/>
              </a:defRPr>
            </a:lvl9pPr>
          </a:lstStyle>
          <a:p/>
        </p:txBody>
      </p:sp>
      <p:sp>
        <p:nvSpPr>
          <p:cNvPr id="9" name="Google Shape;9;p1"/>
          <p:cNvSpPr txBox="1"/>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Clr>
                <a:schemeClr val="lt1"/>
              </a:buClr>
              <a:buSzPts val="1400"/>
              <a:buNone/>
              <a:defRPr sz="1200" b="0" i="0" u="none" strike="noStrike" cap="none">
                <a:solidFill>
                  <a:schemeClr val="lt1"/>
                </a:solidFill>
                <a:latin typeface="Calibri" panose="020F0502020204030204"/>
                <a:ea typeface="Calibri" panose="020F0502020204030204"/>
                <a:cs typeface="Calibri" panose="020F0502020204030204"/>
                <a:sym typeface="Calibri" panose="020F0502020204030204"/>
              </a:defRPr>
            </a:lvl1pPr>
            <a:lvl2pPr marR="0" lvl="1" algn="l" rtl="0">
              <a:spcBef>
                <a:spcPts val="0"/>
              </a:spcBef>
              <a:spcAft>
                <a:spcPts val="0"/>
              </a:spcAft>
              <a:buClr>
                <a:schemeClr val="lt1"/>
              </a:buClr>
              <a:buSzPts val="1400"/>
              <a:buNone/>
              <a:defRPr sz="1800" b="0" i="0" u="none" strike="noStrike" cap="none">
                <a:solidFill>
                  <a:schemeClr val="lt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Clr>
                <a:schemeClr val="lt1"/>
              </a:buClr>
              <a:buSzPts val="1400"/>
              <a:buNone/>
              <a:defRPr sz="1800" b="0" i="0" u="none" strike="noStrike" cap="none">
                <a:solidFill>
                  <a:schemeClr val="lt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Clr>
                <a:schemeClr val="lt1"/>
              </a:buClr>
              <a:buSzPts val="1400"/>
              <a:buNone/>
              <a:defRPr sz="1800" b="0" i="0" u="none" strike="noStrike" cap="none">
                <a:solidFill>
                  <a:schemeClr val="lt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Clr>
                <a:schemeClr val="lt1"/>
              </a:buClr>
              <a:buSzPts val="1400"/>
              <a:buNone/>
              <a:defRPr sz="1800" b="0" i="0" u="none" strike="noStrike" cap="none">
                <a:solidFill>
                  <a:schemeClr val="lt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Clr>
                <a:schemeClr val="lt1"/>
              </a:buClr>
              <a:buSzPts val="1400"/>
              <a:buNone/>
              <a:defRPr sz="1800" b="0" i="0" u="none" strike="noStrike" cap="none">
                <a:solidFill>
                  <a:schemeClr val="lt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Clr>
                <a:schemeClr val="lt1"/>
              </a:buClr>
              <a:buSzPts val="1400"/>
              <a:buNone/>
              <a:defRPr sz="1800" b="0" i="0" u="none" strike="noStrike" cap="none">
                <a:solidFill>
                  <a:schemeClr val="lt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Clr>
                <a:schemeClr val="lt1"/>
              </a:buClr>
              <a:buSzPts val="1400"/>
              <a:buNone/>
              <a:defRPr sz="1800" b="0" i="0" u="none" strike="noStrike" cap="none">
                <a:solidFill>
                  <a:schemeClr val="lt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Clr>
                <a:schemeClr val="lt1"/>
              </a:buClr>
              <a:buSzPts val="1400"/>
              <a:buNone/>
              <a:defRPr sz="1800" b="0" i="0" u="none" strike="noStrike" cap="none">
                <a:solidFill>
                  <a:schemeClr val="lt1"/>
                </a:solidFill>
                <a:latin typeface="Calibri" panose="020F0502020204030204"/>
                <a:ea typeface="Calibri" panose="020F0502020204030204"/>
                <a:cs typeface="Calibri" panose="020F0502020204030204"/>
                <a:sym typeface="Calibri" panose="020F0502020204030204"/>
              </a:defRPr>
            </a:lvl9pPr>
          </a:lstStyle>
          <a:p/>
        </p:txBody>
      </p:sp>
      <p:sp>
        <p:nvSpPr>
          <p:cNvPr id="10" name="Google Shape;10;p1"/>
          <p:cNvSpPr txBox="1"/>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chemeClr val="lt1"/>
                </a:solidFill>
                <a:latin typeface="Calibri" panose="020F0502020204030204"/>
                <a:ea typeface="Calibri" panose="020F0502020204030204"/>
                <a:cs typeface="Calibri" panose="020F0502020204030204"/>
                <a:sym typeface="Calibri" panose="020F0502020204030204"/>
              </a:defRPr>
            </a:lvl1pPr>
            <a:lvl2pPr marL="0" marR="0" lvl="1" indent="0" algn="r" rtl="0">
              <a:spcBef>
                <a:spcPts val="0"/>
              </a:spcBef>
              <a:buNone/>
              <a:defRPr sz="1200" b="0" i="0" u="none" strike="noStrike" cap="none">
                <a:solidFill>
                  <a:schemeClr val="lt1"/>
                </a:solidFill>
                <a:latin typeface="Calibri" panose="020F0502020204030204"/>
                <a:ea typeface="Calibri" panose="020F0502020204030204"/>
                <a:cs typeface="Calibri" panose="020F0502020204030204"/>
                <a:sym typeface="Calibri" panose="020F0502020204030204"/>
              </a:defRPr>
            </a:lvl2pPr>
            <a:lvl3pPr marL="0" marR="0" lvl="2" indent="0" algn="r" rtl="0">
              <a:spcBef>
                <a:spcPts val="0"/>
              </a:spcBef>
              <a:buNone/>
              <a:defRPr sz="1200" b="0" i="0" u="none" strike="noStrike" cap="none">
                <a:solidFill>
                  <a:schemeClr val="lt1"/>
                </a:solidFill>
                <a:latin typeface="Calibri" panose="020F0502020204030204"/>
                <a:ea typeface="Calibri" panose="020F0502020204030204"/>
                <a:cs typeface="Calibri" panose="020F0502020204030204"/>
                <a:sym typeface="Calibri" panose="020F0502020204030204"/>
              </a:defRPr>
            </a:lvl3pPr>
            <a:lvl4pPr marL="0" marR="0" lvl="3" indent="0" algn="r" rtl="0">
              <a:spcBef>
                <a:spcPts val="0"/>
              </a:spcBef>
              <a:buNone/>
              <a:defRPr sz="1200" b="0" i="0" u="none" strike="noStrike" cap="none">
                <a:solidFill>
                  <a:schemeClr val="lt1"/>
                </a:solidFill>
                <a:latin typeface="Calibri" panose="020F0502020204030204"/>
                <a:ea typeface="Calibri" panose="020F0502020204030204"/>
                <a:cs typeface="Calibri" panose="020F0502020204030204"/>
                <a:sym typeface="Calibri" panose="020F0502020204030204"/>
              </a:defRPr>
            </a:lvl4pPr>
            <a:lvl5pPr marL="0" marR="0" lvl="4" indent="0" algn="r" rtl="0">
              <a:spcBef>
                <a:spcPts val="0"/>
              </a:spcBef>
              <a:buNone/>
              <a:defRPr sz="1200" b="0" i="0" u="none" strike="noStrike" cap="none">
                <a:solidFill>
                  <a:schemeClr val="lt1"/>
                </a:solidFill>
                <a:latin typeface="Calibri" panose="020F0502020204030204"/>
                <a:ea typeface="Calibri" panose="020F0502020204030204"/>
                <a:cs typeface="Calibri" panose="020F0502020204030204"/>
                <a:sym typeface="Calibri" panose="020F0502020204030204"/>
              </a:defRPr>
            </a:lvl5pPr>
            <a:lvl6pPr marL="0" marR="0" lvl="5" indent="0" algn="r" rtl="0">
              <a:spcBef>
                <a:spcPts val="0"/>
              </a:spcBef>
              <a:buNone/>
              <a:defRPr sz="1200" b="0" i="0" u="none" strike="noStrike" cap="none">
                <a:solidFill>
                  <a:schemeClr val="lt1"/>
                </a:solidFill>
                <a:latin typeface="Calibri" panose="020F0502020204030204"/>
                <a:ea typeface="Calibri" panose="020F0502020204030204"/>
                <a:cs typeface="Calibri" panose="020F0502020204030204"/>
                <a:sym typeface="Calibri" panose="020F0502020204030204"/>
              </a:defRPr>
            </a:lvl6pPr>
            <a:lvl7pPr marL="0" marR="0" lvl="6" indent="0" algn="r" rtl="0">
              <a:spcBef>
                <a:spcPts val="0"/>
              </a:spcBef>
              <a:buNone/>
              <a:defRPr sz="1200" b="0" i="0" u="none" strike="noStrike" cap="none">
                <a:solidFill>
                  <a:schemeClr val="lt1"/>
                </a:solidFill>
                <a:latin typeface="Calibri" panose="020F0502020204030204"/>
                <a:ea typeface="Calibri" panose="020F0502020204030204"/>
                <a:cs typeface="Calibri" panose="020F0502020204030204"/>
                <a:sym typeface="Calibri" panose="020F0502020204030204"/>
              </a:defRPr>
            </a:lvl7pPr>
            <a:lvl8pPr marL="0" marR="0" lvl="7" indent="0" algn="r" rtl="0">
              <a:spcBef>
                <a:spcPts val="0"/>
              </a:spcBef>
              <a:buNone/>
              <a:defRPr sz="1200" b="0" i="0" u="none" strike="noStrike" cap="none">
                <a:solidFill>
                  <a:schemeClr val="lt1"/>
                </a:solidFill>
                <a:latin typeface="Calibri" panose="020F0502020204030204"/>
                <a:ea typeface="Calibri" panose="020F0502020204030204"/>
                <a:cs typeface="Calibri" panose="020F0502020204030204"/>
                <a:sym typeface="Calibri" panose="020F0502020204030204"/>
              </a:defRPr>
            </a:lvl8pPr>
            <a:lvl9pPr marL="0" marR="0" lvl="8" indent="0" algn="r" rtl="0">
              <a:spcBef>
                <a:spcPts val="0"/>
              </a:spcBef>
              <a:buNone/>
              <a:defRPr sz="1200" b="0" i="0" u="none" strike="noStrike" cap="none">
                <a:solidFill>
                  <a:schemeClr val="lt1"/>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US"/>
            </a:fld>
            <a:endParaRPr lang="en-US"/>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1.xml"/><Relationship Id="rId2" Type="http://schemas.openxmlformats.org/officeDocument/2006/relationships/image" Target="../media/image10.png"/><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4" Type="http://schemas.openxmlformats.org/officeDocument/2006/relationships/notesSlide" Target="../notesSlides/notesSlide2.xml"/><Relationship Id="rId3" Type="http://schemas.openxmlformats.org/officeDocument/2006/relationships/slideLayout" Target="../slideLayouts/slideLayout1.xml"/><Relationship Id="rId2" Type="http://schemas.openxmlformats.org/officeDocument/2006/relationships/image" Target="../media/image10.png"/><Relationship Id="rId1" Type="http://schemas.openxmlformats.org/officeDocument/2006/relationships/image" Target="../media/image1.png"/></Relationships>
</file>

<file path=ppt/slides/_rels/slide3.xml.rels><?xml version="1.0" encoding="UTF-8" standalone="yes"?>
<Relationships xmlns="http://schemas.openxmlformats.org/package/2006/relationships"><Relationship Id="rId5" Type="http://schemas.openxmlformats.org/officeDocument/2006/relationships/notesSlide" Target="../notesSlides/notesSlide3.xml"/><Relationship Id="rId4" Type="http://schemas.openxmlformats.org/officeDocument/2006/relationships/slideLayout" Target="../slideLayouts/slideLayout1.xml"/><Relationship Id="rId3" Type="http://schemas.openxmlformats.org/officeDocument/2006/relationships/image" Target="../media/image11.png"/><Relationship Id="rId2" Type="http://schemas.openxmlformats.org/officeDocument/2006/relationships/image" Target="../media/image2.png"/><Relationship Id="rId1" Type="http://schemas.openxmlformats.org/officeDocument/2006/relationships/image" Target="../media/image1.png"/></Relationships>
</file>

<file path=ppt/slides/_rels/slide4.xml.rels><?xml version="1.0" encoding="UTF-8" standalone="yes"?>
<Relationships xmlns="http://schemas.openxmlformats.org/package/2006/relationships"><Relationship Id="rId5" Type="http://schemas.openxmlformats.org/officeDocument/2006/relationships/notesSlide" Target="../notesSlides/notesSlide4.xml"/><Relationship Id="rId4" Type="http://schemas.openxmlformats.org/officeDocument/2006/relationships/slideLayout" Target="../slideLayouts/slideLayout1.xml"/><Relationship Id="rId3" Type="http://schemas.openxmlformats.org/officeDocument/2006/relationships/image" Target="../media/image12.png"/><Relationship Id="rId2" Type="http://schemas.openxmlformats.org/officeDocument/2006/relationships/image" Target="../media/image2.png"/><Relationship Id="rId1" Type="http://schemas.openxmlformats.org/officeDocument/2006/relationships/image" Target="../media/image1.png"/></Relationships>
</file>

<file path=ppt/slides/_rels/slide5.xml.rels><?xml version="1.0" encoding="UTF-8" standalone="yes"?>
<Relationships xmlns="http://schemas.openxmlformats.org/package/2006/relationships"><Relationship Id="rId4" Type="http://schemas.openxmlformats.org/officeDocument/2006/relationships/notesSlide" Target="../notesSlides/notesSlide5.xml"/><Relationship Id="rId3" Type="http://schemas.openxmlformats.org/officeDocument/2006/relationships/slideLayout" Target="../slideLayouts/slideLayout1.xml"/><Relationship Id="rId2" Type="http://schemas.openxmlformats.org/officeDocument/2006/relationships/image" Target="../media/image2.png"/><Relationship Id="rId1" Type="http://schemas.openxmlformats.org/officeDocument/2006/relationships/image" Target="../media/image1.png"/></Relationships>
</file>

<file path=ppt/slides/_rels/slide6.xml.rels><?xml version="1.0" encoding="UTF-8" standalone="yes"?>
<Relationships xmlns="http://schemas.openxmlformats.org/package/2006/relationships"><Relationship Id="rId4" Type="http://schemas.openxmlformats.org/officeDocument/2006/relationships/notesSlide" Target="../notesSlides/notesSlide6.xml"/><Relationship Id="rId3" Type="http://schemas.openxmlformats.org/officeDocument/2006/relationships/slideLayout" Target="../slideLayouts/slideLayout1.xml"/><Relationship Id="rId2" Type="http://schemas.openxmlformats.org/officeDocument/2006/relationships/image" Target="../media/image13.png"/><Relationship Id="rId1" Type="http://schemas.openxmlformats.org/officeDocument/2006/relationships/image" Target="../media/image1.png"/></Relationships>
</file>

<file path=ppt/slides/_rels/slide7.xml.rels><?xml version="1.0" encoding="UTF-8" standalone="yes"?>
<Relationships xmlns="http://schemas.openxmlformats.org/package/2006/relationships"><Relationship Id="rId4" Type="http://schemas.openxmlformats.org/officeDocument/2006/relationships/notesSlide" Target="../notesSlides/notesSlide7.xml"/><Relationship Id="rId3" Type="http://schemas.openxmlformats.org/officeDocument/2006/relationships/slideLayout" Target="../slideLayouts/slideLayout1.xml"/><Relationship Id="rId2" Type="http://schemas.openxmlformats.org/officeDocument/2006/relationships/image" Target="../media/image13.png"/><Relationship Id="rId1" Type="http://schemas.openxmlformats.org/officeDocument/2006/relationships/image" Target="../media/image1.png"/></Relationships>
</file>

<file path=ppt/slides/_rels/slide8.xml.rels><?xml version="1.0" encoding="UTF-8" standalone="yes"?>
<Relationships xmlns="http://schemas.openxmlformats.org/package/2006/relationships"><Relationship Id="rId4" Type="http://schemas.openxmlformats.org/officeDocument/2006/relationships/notesSlide" Target="../notesSlides/notesSlide8.xml"/><Relationship Id="rId3" Type="http://schemas.openxmlformats.org/officeDocument/2006/relationships/slideLayout" Target="../slideLayouts/slideLayout1.xml"/><Relationship Id="rId2" Type="http://schemas.openxmlformats.org/officeDocument/2006/relationships/image" Target="../media/image14.png"/><Relationship Id="rId1" Type="http://schemas.openxmlformats.org/officeDocument/2006/relationships/image" Target="../media/image1.png"/></Relationships>
</file>

<file path=ppt/slides/_rels/slide9.xml.rels><?xml version="1.0" encoding="UTF-8" standalone="yes"?>
<Relationships xmlns="http://schemas.openxmlformats.org/package/2006/relationships"><Relationship Id="rId9" Type="http://schemas.openxmlformats.org/officeDocument/2006/relationships/notesSlide" Target="../notesSlides/notesSlide9.xml"/><Relationship Id="rId8" Type="http://schemas.openxmlformats.org/officeDocument/2006/relationships/slideLayout" Target="../slideLayouts/slideLayout1.xml"/><Relationship Id="rId7" Type="http://schemas.openxmlformats.org/officeDocument/2006/relationships/image" Target="../media/image19.png"/><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4.png"/><Relationship Id="rId3" Type="http://schemas.openxmlformats.org/officeDocument/2006/relationships/image" Target="../media/image1.png"/><Relationship Id="rId2" Type="http://schemas.openxmlformats.org/officeDocument/2006/relationships/image" Target="../media/image16.png"/><Relationship Id="rId1" Type="http://schemas.openxmlformats.org/officeDocument/2006/relationships/image" Target="../media/image15.png"/></Relationships>
</file>

<file path=ppt/slides/_rels/slide10.xml.rels><?xml version="1.0" encoding="UTF-8" standalone="yes"?>
<Relationships xmlns="http://schemas.openxmlformats.org/package/2006/relationships"><Relationship Id="rId5" Type="http://schemas.openxmlformats.org/officeDocument/2006/relationships/notesSlide" Target="../notesSlides/notesSlide10.xml"/><Relationship Id="rId4" Type="http://schemas.openxmlformats.org/officeDocument/2006/relationships/slideLayout" Target="../slideLayouts/slideLayout1.xml"/><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image" Target="../media/image1.png"/></Relationships>
</file>

<file path=ppt/slides/_rels/slide11.xml.rels><?xml version="1.0" encoding="UTF-8" standalone="yes"?>
<Relationships xmlns="http://schemas.openxmlformats.org/package/2006/relationships"><Relationship Id="rId4" Type="http://schemas.openxmlformats.org/officeDocument/2006/relationships/notesSlide" Target="../notesSlides/notesSlide11.xml"/><Relationship Id="rId3" Type="http://schemas.openxmlformats.org/officeDocument/2006/relationships/slideLayout" Target="../slideLayouts/slideLayout1.xml"/><Relationship Id="rId2" Type="http://schemas.openxmlformats.org/officeDocument/2006/relationships/image" Target="../media/image3.png"/><Relationship Id="rId1" Type="http://schemas.openxmlformats.org/officeDocument/2006/relationships/image" Target="../media/image1.png"/></Relationships>
</file>

<file path=ppt/slides/_rels/slide12.xml.rels><?xml version="1.0" encoding="UTF-8" standalone="yes"?>
<Relationships xmlns="http://schemas.openxmlformats.org/package/2006/relationships"><Relationship Id="rId5" Type="http://schemas.openxmlformats.org/officeDocument/2006/relationships/notesSlide" Target="../notesSlides/notesSlide12.xml"/><Relationship Id="rId4" Type="http://schemas.openxmlformats.org/officeDocument/2006/relationships/slideLayout" Target="../slideLayouts/slideLayout1.xml"/><Relationship Id="rId3" Type="http://schemas.openxmlformats.org/officeDocument/2006/relationships/image" Target="../media/image22.png"/><Relationship Id="rId2" Type="http://schemas.openxmlformats.org/officeDocument/2006/relationships/image" Target="../media/image4.jpeg"/><Relationship Id="rId1" Type="http://schemas.openxmlformats.org/officeDocument/2006/relationships/image" Target="../media/image1.png"/></Relationships>
</file>

<file path=ppt/slides/_rels/slide13.xml.rels><?xml version="1.0" encoding="UTF-8" standalone="yes"?>
<Relationships xmlns="http://schemas.openxmlformats.org/package/2006/relationships"><Relationship Id="rId4" Type="http://schemas.openxmlformats.org/officeDocument/2006/relationships/notesSlide" Target="../notesSlides/notesSlide13.xml"/><Relationship Id="rId3" Type="http://schemas.openxmlformats.org/officeDocument/2006/relationships/slideLayout" Target="../slideLayouts/slideLayout1.xml"/><Relationship Id="rId2" Type="http://schemas.openxmlformats.org/officeDocument/2006/relationships/image" Target="../media/image5.png"/><Relationship Id="rId1" Type="http://schemas.openxmlformats.org/officeDocument/2006/relationships/image" Target="../media/image4.jpeg"/></Relationships>
</file>

<file path=ppt/slides/_rels/slide14.xml.rels><?xml version="1.0" encoding="UTF-8" standalone="yes"?>
<Relationships xmlns="http://schemas.openxmlformats.org/package/2006/relationships"><Relationship Id="rId4" Type="http://schemas.openxmlformats.org/officeDocument/2006/relationships/notesSlide" Target="../notesSlides/notesSlide14.xml"/><Relationship Id="rId3" Type="http://schemas.openxmlformats.org/officeDocument/2006/relationships/slideLayout" Target="../slideLayouts/slideLayout1.xml"/><Relationship Id="rId2" Type="http://schemas.openxmlformats.org/officeDocument/2006/relationships/image" Target="../media/image23.png"/><Relationship Id="rId1" Type="http://schemas.openxmlformats.org/officeDocument/2006/relationships/image" Target="../media/image4.jpeg"/></Relationships>
</file>

<file path=ppt/slides/_rels/slide15.xml.rels><?xml version="1.0" encoding="UTF-8" standalone="yes"?>
<Relationships xmlns="http://schemas.openxmlformats.org/package/2006/relationships"><Relationship Id="rId4" Type="http://schemas.openxmlformats.org/officeDocument/2006/relationships/notesSlide" Target="../notesSlides/notesSlide15.xml"/><Relationship Id="rId3" Type="http://schemas.openxmlformats.org/officeDocument/2006/relationships/slideLayout" Target="../slideLayouts/slideLayout1.xml"/><Relationship Id="rId2" Type="http://schemas.openxmlformats.org/officeDocument/2006/relationships/image" Target="../media/image6.png"/><Relationship Id="rId1" Type="http://schemas.openxmlformats.org/officeDocument/2006/relationships/image" Target="../media/image4.jpeg"/></Relationships>
</file>

<file path=ppt/slides/_rels/slide16.xml.rels><?xml version="1.0" encoding="UTF-8" standalone="yes"?>
<Relationships xmlns="http://schemas.openxmlformats.org/package/2006/relationships"><Relationship Id="rId4" Type="http://schemas.openxmlformats.org/officeDocument/2006/relationships/notesSlide" Target="../notesSlides/notesSlide16.xml"/><Relationship Id="rId3" Type="http://schemas.openxmlformats.org/officeDocument/2006/relationships/slideLayout" Target="../slideLayouts/slideLayout1.xml"/><Relationship Id="rId2" Type="http://schemas.openxmlformats.org/officeDocument/2006/relationships/image" Target="../media/image8.png"/><Relationship Id="rId1" Type="http://schemas.openxmlformats.org/officeDocument/2006/relationships/image" Target="../media/image4.jpeg"/></Relationships>
</file>

<file path=ppt/slides/_rels/slide17.xml.rels><?xml version="1.0" encoding="UTF-8" standalone="yes"?>
<Relationships xmlns="http://schemas.openxmlformats.org/package/2006/relationships"><Relationship Id="rId4" Type="http://schemas.openxmlformats.org/officeDocument/2006/relationships/notesSlide" Target="../notesSlides/notesSlide17.xml"/><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4.jpeg"/></Relationships>
</file>

<file path=ppt/slides/_rels/slide18.xml.rels><?xml version="1.0" encoding="UTF-8" standalone="yes"?>
<Relationships xmlns="http://schemas.openxmlformats.org/package/2006/relationships"><Relationship Id="rId4" Type="http://schemas.openxmlformats.org/officeDocument/2006/relationships/notesSlide" Target="../notesSlides/notesSlide18.xml"/><Relationship Id="rId3" Type="http://schemas.openxmlformats.org/officeDocument/2006/relationships/slideLayout" Target="../slideLayouts/slideLayout1.xml"/><Relationship Id="rId2" Type="http://schemas.openxmlformats.org/officeDocument/2006/relationships/image" Target="../media/image9.png"/><Relationship Id="rId1" Type="http://schemas.openxmlformats.org/officeDocument/2006/relationships/image" Target="../media/image4.jpeg"/></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1.xml"/><Relationship Id="rId1" Type="http://schemas.openxmlformats.org/officeDocument/2006/relationships/image" Target="../media/image4.jpeg"/></Relationships>
</file>

<file path=ppt/slides/_rels/slide20.xml.rels><?xml version="1.0" encoding="UTF-8" standalone="yes"?>
<Relationships xmlns="http://schemas.openxmlformats.org/package/2006/relationships"><Relationship Id="rId4" Type="http://schemas.openxmlformats.org/officeDocument/2006/relationships/notesSlide" Target="../notesSlides/notesSlide20.xml"/><Relationship Id="rId3" Type="http://schemas.openxmlformats.org/officeDocument/2006/relationships/slideLayout" Target="../slideLayouts/slideLayout1.xml"/><Relationship Id="rId2" Type="http://schemas.openxmlformats.org/officeDocument/2006/relationships/image" Target="../media/image24.png"/><Relationship Id="rId1" Type="http://schemas.openxmlformats.org/officeDocument/2006/relationships/image" Target="../media/image4.jpeg"/></Relationships>
</file>

<file path=ppt/slides/_rels/slide21.xml.rels><?xml version="1.0" encoding="UTF-8" standalone="yes"?>
<Relationships xmlns="http://schemas.openxmlformats.org/package/2006/relationships"><Relationship Id="rId9" Type="http://schemas.openxmlformats.org/officeDocument/2006/relationships/image" Target="../media/image33.png"/><Relationship Id="rId8" Type="http://schemas.openxmlformats.org/officeDocument/2006/relationships/image" Target="../media/image32.png"/><Relationship Id="rId7" Type="http://schemas.openxmlformats.org/officeDocument/2006/relationships/image" Target="../media/image31.png"/><Relationship Id="rId6" Type="http://schemas.openxmlformats.org/officeDocument/2006/relationships/image" Target="../media/image30.png"/><Relationship Id="rId5" Type="http://schemas.openxmlformats.org/officeDocument/2006/relationships/image" Target="../media/image29.png"/><Relationship Id="rId40" Type="http://schemas.openxmlformats.org/officeDocument/2006/relationships/notesSlide" Target="../notesSlides/notesSlide21.xml"/><Relationship Id="rId4" Type="http://schemas.openxmlformats.org/officeDocument/2006/relationships/image" Target="../media/image28.png"/><Relationship Id="rId39" Type="http://schemas.openxmlformats.org/officeDocument/2006/relationships/slideLayout" Target="../slideLayouts/slideLayout1.xml"/><Relationship Id="rId38" Type="http://schemas.openxmlformats.org/officeDocument/2006/relationships/image" Target="../media/image62.png"/><Relationship Id="rId37" Type="http://schemas.openxmlformats.org/officeDocument/2006/relationships/image" Target="../media/image61.png"/><Relationship Id="rId36" Type="http://schemas.openxmlformats.org/officeDocument/2006/relationships/image" Target="../media/image60.png"/><Relationship Id="rId35" Type="http://schemas.openxmlformats.org/officeDocument/2006/relationships/image" Target="../media/image59.png"/><Relationship Id="rId34" Type="http://schemas.openxmlformats.org/officeDocument/2006/relationships/image" Target="../media/image58.png"/><Relationship Id="rId33" Type="http://schemas.openxmlformats.org/officeDocument/2006/relationships/image" Target="../media/image57.png"/><Relationship Id="rId32" Type="http://schemas.openxmlformats.org/officeDocument/2006/relationships/image" Target="../media/image56.png"/><Relationship Id="rId31" Type="http://schemas.openxmlformats.org/officeDocument/2006/relationships/image" Target="../media/image55.png"/><Relationship Id="rId30" Type="http://schemas.openxmlformats.org/officeDocument/2006/relationships/image" Target="../media/image54.png"/><Relationship Id="rId3" Type="http://schemas.openxmlformats.org/officeDocument/2006/relationships/image" Target="../media/image27.png"/><Relationship Id="rId29" Type="http://schemas.openxmlformats.org/officeDocument/2006/relationships/image" Target="../media/image53.png"/><Relationship Id="rId28" Type="http://schemas.openxmlformats.org/officeDocument/2006/relationships/image" Target="../media/image52.png"/><Relationship Id="rId27" Type="http://schemas.openxmlformats.org/officeDocument/2006/relationships/image" Target="../media/image51.png"/><Relationship Id="rId26" Type="http://schemas.openxmlformats.org/officeDocument/2006/relationships/image" Target="../media/image50.png"/><Relationship Id="rId25" Type="http://schemas.openxmlformats.org/officeDocument/2006/relationships/image" Target="../media/image49.png"/><Relationship Id="rId24" Type="http://schemas.openxmlformats.org/officeDocument/2006/relationships/image" Target="../media/image48.png"/><Relationship Id="rId23" Type="http://schemas.openxmlformats.org/officeDocument/2006/relationships/image" Target="../media/image47.png"/><Relationship Id="rId22" Type="http://schemas.openxmlformats.org/officeDocument/2006/relationships/image" Target="../media/image46.png"/><Relationship Id="rId21" Type="http://schemas.openxmlformats.org/officeDocument/2006/relationships/image" Target="../media/image45.png"/><Relationship Id="rId20" Type="http://schemas.openxmlformats.org/officeDocument/2006/relationships/image" Target="../media/image44.png"/><Relationship Id="rId2" Type="http://schemas.openxmlformats.org/officeDocument/2006/relationships/image" Target="../media/image26.png"/><Relationship Id="rId19" Type="http://schemas.openxmlformats.org/officeDocument/2006/relationships/image" Target="../media/image43.png"/><Relationship Id="rId18" Type="http://schemas.openxmlformats.org/officeDocument/2006/relationships/image" Target="../media/image42.png"/><Relationship Id="rId17" Type="http://schemas.openxmlformats.org/officeDocument/2006/relationships/image" Target="../media/image41.png"/><Relationship Id="rId16" Type="http://schemas.openxmlformats.org/officeDocument/2006/relationships/image" Target="../media/image40.png"/><Relationship Id="rId15" Type="http://schemas.openxmlformats.org/officeDocument/2006/relationships/image" Target="../media/image39.png"/><Relationship Id="rId14" Type="http://schemas.openxmlformats.org/officeDocument/2006/relationships/image" Target="../media/image38.png"/><Relationship Id="rId13" Type="http://schemas.openxmlformats.org/officeDocument/2006/relationships/image" Target="../media/image37.png"/><Relationship Id="rId12" Type="http://schemas.openxmlformats.org/officeDocument/2006/relationships/image" Target="../media/image36.png"/><Relationship Id="rId11" Type="http://schemas.openxmlformats.org/officeDocument/2006/relationships/image" Target="../media/image35.png"/><Relationship Id="rId10" Type="http://schemas.openxmlformats.org/officeDocument/2006/relationships/image" Target="../media/image34.png"/><Relationship Id="rId1" Type="http://schemas.openxmlformats.org/officeDocument/2006/relationships/image" Target="../media/image25.png"/></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1.xml"/><Relationship Id="rId1" Type="http://schemas.openxmlformats.org/officeDocument/2006/relationships/image" Target="../media/image63.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39" name="Shape 39"/>
        <p:cNvGrpSpPr/>
        <p:nvPr/>
      </p:nvGrpSpPr>
      <p:grpSpPr>
        <a:xfrm>
          <a:off x="0" y="0"/>
          <a:ext cx="0" cy="0"/>
          <a:chOff x="0" y="0"/>
          <a:chExt cx="0" cy="0"/>
        </a:xfrm>
      </p:grpSpPr>
      <p:pic>
        <p:nvPicPr>
          <p:cNvPr id="40" name="Google Shape;40;p10"/>
          <p:cNvPicPr preferRelativeResize="0"/>
          <p:nvPr/>
        </p:nvPicPr>
        <p:blipFill>
          <a:blip r:embed="rId1"/>
          <a:stretch>
            <a:fillRect/>
          </a:stretch>
        </p:blipFill>
        <p:spPr>
          <a:xfrm>
            <a:off x="18" y="0"/>
            <a:ext cx="18288000" cy="10295938"/>
          </a:xfrm>
          <a:prstGeom prst="rect">
            <a:avLst/>
          </a:prstGeom>
          <a:noFill/>
          <a:ln>
            <a:noFill/>
          </a:ln>
        </p:spPr>
      </p:pic>
      <p:pic>
        <p:nvPicPr>
          <p:cNvPr id="41" name="Google Shape;41;p10"/>
          <p:cNvPicPr preferRelativeResize="0"/>
          <p:nvPr/>
        </p:nvPicPr>
        <p:blipFill>
          <a:blip r:embed="rId2"/>
          <a:stretch>
            <a:fillRect/>
          </a:stretch>
        </p:blipFill>
        <p:spPr>
          <a:xfrm>
            <a:off x="3331450" y="8625525"/>
            <a:ext cx="11687000" cy="11687000"/>
          </a:xfrm>
          <a:prstGeom prst="rect">
            <a:avLst/>
          </a:prstGeom>
          <a:noFill/>
          <a:ln>
            <a:noFill/>
          </a:ln>
        </p:spPr>
      </p:pic>
      <p:sp>
        <p:nvSpPr>
          <p:cNvPr id="42" name="Google Shape;42;p10"/>
          <p:cNvSpPr txBox="1"/>
          <p:nvPr/>
        </p:nvSpPr>
        <p:spPr>
          <a:xfrm>
            <a:off x="554078" y="7687418"/>
            <a:ext cx="17179843" cy="2190750"/>
          </a:xfrm>
          <a:prstGeom prst="rect">
            <a:avLst/>
          </a:prstGeom>
          <a:noFill/>
          <a:ln>
            <a:noFill/>
          </a:ln>
        </p:spPr>
        <p:txBody>
          <a:bodyPr spcFirstLastPara="1" wrap="square" lIns="0" tIns="0" rIns="0" bIns="0" anchor="t" anchorCtr="0">
            <a:spAutoFit/>
          </a:bodyPr>
          <a:lstStyle/>
          <a:p>
            <a:pPr marL="0" marR="0" lvl="0" indent="0" algn="ctr" rtl="0">
              <a:lnSpc>
                <a:spcPct val="80000"/>
              </a:lnSpc>
              <a:spcBef>
                <a:spcPts val="0"/>
              </a:spcBef>
              <a:spcAft>
                <a:spcPts val="0"/>
              </a:spcAft>
              <a:buNone/>
            </a:pPr>
            <a:r>
              <a:rPr lang="en-GB" altLang="en-US" sz="17800" b="1" i="0" u="none" strike="noStrike" cap="none">
                <a:solidFill>
                  <a:srgbClr val="FFFFFF"/>
                </a:solidFill>
                <a:latin typeface="Inter" panose="02000503000000020004"/>
                <a:ea typeface="Inter" panose="02000503000000020004"/>
                <a:cs typeface="Inter" panose="02000503000000020004"/>
                <a:sym typeface="Inter" panose="02000503000000020004"/>
              </a:rPr>
              <a:t>Islam</a:t>
            </a:r>
            <a:r>
              <a:rPr lang="en-US" sz="17800" b="1" i="0" u="none" strike="noStrike" cap="none">
                <a:solidFill>
                  <a:srgbClr val="FFFFFF"/>
                </a:solidFill>
                <a:latin typeface="Inter" panose="02000503000000020004"/>
                <a:ea typeface="Inter" panose="02000503000000020004"/>
                <a:cs typeface="Inter" panose="02000503000000020004"/>
                <a:sym typeface="Inter" panose="02000503000000020004"/>
              </a:rPr>
              <a:t>-</a:t>
            </a:r>
            <a:r>
              <a:rPr lang="en-GB" altLang="en-US" sz="17800" b="1" i="0" u="none" strike="noStrike" cap="none">
                <a:solidFill>
                  <a:srgbClr val="FFFFFF"/>
                </a:solidFill>
                <a:latin typeface="Inter" panose="02000503000000020004"/>
                <a:ea typeface="Inter" panose="02000503000000020004"/>
                <a:cs typeface="Inter" panose="02000503000000020004"/>
                <a:sym typeface="Inter" panose="02000503000000020004"/>
              </a:rPr>
              <a:t>Space</a:t>
            </a:r>
            <a:endParaRPr lang="en-GB" altLang="en-US" sz="17800" b="1" i="0" u="none" strike="noStrike" cap="none">
              <a:solidFill>
                <a:srgbClr val="FFFFFF"/>
              </a:solidFill>
              <a:latin typeface="Inter" panose="02000503000000020004"/>
              <a:ea typeface="Inter" panose="02000503000000020004"/>
              <a:cs typeface="Inter" panose="02000503000000020004"/>
              <a:sym typeface="Inter" panose="02000503000000020004"/>
            </a:endParaRPr>
          </a:p>
        </p:txBody>
      </p:sp>
      <p:sp>
        <p:nvSpPr>
          <p:cNvPr id="43" name="Google Shape;43;p10"/>
          <p:cNvSpPr txBox="1"/>
          <p:nvPr/>
        </p:nvSpPr>
        <p:spPr>
          <a:xfrm>
            <a:off x="7168799" y="6594478"/>
            <a:ext cx="3950401" cy="525145"/>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GB" altLang="en-US" sz="2435" b="1" i="0" u="none" strike="noStrike" cap="none">
                <a:solidFill>
                  <a:srgbClr val="FFFFFF"/>
                </a:solidFill>
                <a:latin typeface="Inter" panose="02000503000000020004"/>
                <a:ea typeface="Inter" panose="02000503000000020004"/>
                <a:cs typeface="Inter" panose="02000503000000020004"/>
                <a:sym typeface="Inter" panose="02000503000000020004"/>
              </a:rPr>
              <a:t>Explaining</a:t>
            </a:r>
            <a:endParaRPr lang="en-GB" altLang="en-US" sz="2435" b="1" i="0" u="none" strike="noStrike" cap="none">
              <a:solidFill>
                <a:srgbClr val="FFFFFF"/>
              </a:solidFill>
              <a:latin typeface="Inter" panose="02000503000000020004"/>
              <a:ea typeface="Inter" panose="02000503000000020004"/>
              <a:cs typeface="Inter" panose="02000503000000020004"/>
              <a:sym typeface="Inter" panose="02000503000000020004"/>
            </a:endParaRPr>
          </a:p>
        </p:txBody>
      </p:sp>
      <p:sp>
        <p:nvSpPr>
          <p:cNvPr id="44" name="Google Shape;44;p10"/>
          <p:cNvSpPr txBox="1"/>
          <p:nvPr/>
        </p:nvSpPr>
        <p:spPr>
          <a:xfrm>
            <a:off x="16043125" y="284025"/>
            <a:ext cx="1690800" cy="215400"/>
          </a:xfrm>
          <a:prstGeom prst="rect">
            <a:avLst/>
          </a:prstGeom>
          <a:noFill/>
          <a:ln>
            <a:noFill/>
          </a:ln>
        </p:spPr>
        <p:txBody>
          <a:bodyPr spcFirstLastPara="1" wrap="square" lIns="0" tIns="0" rIns="0" bIns="0" anchor="t" anchorCtr="0">
            <a:spAutoFit/>
          </a:bodyPr>
          <a:lstStyle/>
          <a:p>
            <a:pPr marL="0" marR="0" lvl="0" indent="0" algn="r" rtl="0">
              <a:lnSpc>
                <a:spcPct val="140000"/>
              </a:lnSpc>
              <a:spcBef>
                <a:spcPts val="0"/>
              </a:spcBef>
              <a:spcAft>
                <a:spcPts val="0"/>
              </a:spcAft>
              <a:buNone/>
            </a:pPr>
            <a:r>
              <a:rPr lang="en-US" sz="1400" b="1" i="0" u="none" strike="noStrike" cap="none">
                <a:solidFill>
                  <a:srgbClr val="FFFFFF"/>
                </a:solidFill>
                <a:latin typeface="Inter" panose="02000503000000020004"/>
                <a:ea typeface="Inter" panose="02000503000000020004"/>
                <a:cs typeface="Inter" panose="02000503000000020004"/>
                <a:sym typeface="Inter" panose="02000503000000020004"/>
              </a:rPr>
              <a:t>SLIDESCARNIVAL</a:t>
            </a:r>
            <a:endParaRPr lang="en-US" sz="1400" b="1" i="0" u="none" strike="noStrike" cap="none">
              <a:solidFill>
                <a:srgbClr val="FFFFFF"/>
              </a:solidFill>
              <a:latin typeface="Inter" panose="02000503000000020004"/>
              <a:ea typeface="Inter" panose="02000503000000020004"/>
              <a:cs typeface="Inter" panose="02000503000000020004"/>
              <a:sym typeface="Inter" panose="02000503000000020004"/>
            </a:endParaRPr>
          </a:p>
        </p:txBody>
      </p:sp>
      <p:sp>
        <p:nvSpPr>
          <p:cNvPr id="45" name="Google Shape;45;p10"/>
          <p:cNvSpPr txBox="1"/>
          <p:nvPr/>
        </p:nvSpPr>
        <p:spPr>
          <a:xfrm>
            <a:off x="554075" y="284025"/>
            <a:ext cx="1690800" cy="21540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1400" b="1" i="0" u="none" strike="noStrike" cap="none">
                <a:solidFill>
                  <a:srgbClr val="FFFFFF"/>
                </a:solidFill>
                <a:latin typeface="Inter" panose="02000503000000020004"/>
                <a:ea typeface="Inter" panose="02000503000000020004"/>
                <a:cs typeface="Inter" panose="02000503000000020004"/>
                <a:sym typeface="Inter" panose="02000503000000020004"/>
              </a:rPr>
              <a:t>TECH COMPANY</a:t>
            </a:r>
            <a:endParaRPr lang="en-US" sz="1400" b="1" i="0" u="none" strike="noStrike" cap="none">
              <a:solidFill>
                <a:srgbClr val="FFFFFF"/>
              </a:solidFill>
              <a:latin typeface="Inter" panose="02000503000000020004"/>
              <a:ea typeface="Inter" panose="02000503000000020004"/>
              <a:cs typeface="Inter" panose="02000503000000020004"/>
              <a:sym typeface="Inter" panose="02000503000000020004"/>
            </a:endParaRPr>
          </a:p>
        </p:txBody>
      </p:sp>
      <p:sp>
        <p:nvSpPr>
          <p:cNvPr id="46" name="Google Shape;46;p10"/>
          <p:cNvSpPr txBox="1"/>
          <p:nvPr/>
        </p:nvSpPr>
        <p:spPr>
          <a:xfrm>
            <a:off x="2821152" y="284025"/>
            <a:ext cx="1185900" cy="21540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1400" b="1" i="0" u="none" strike="noStrike" cap="none">
                <a:solidFill>
                  <a:srgbClr val="ABABAB"/>
                </a:solidFill>
                <a:latin typeface="Inter" panose="02000503000000020004"/>
                <a:ea typeface="Inter" panose="02000503000000020004"/>
                <a:cs typeface="Inter" panose="02000503000000020004"/>
                <a:sym typeface="Inter" panose="02000503000000020004"/>
              </a:rPr>
              <a:t>CONTENTS</a:t>
            </a:r>
            <a:endParaRPr lang="en-US" sz="1400" b="1" i="0" u="none" strike="noStrike" cap="none">
              <a:solidFill>
                <a:srgbClr val="ABABAB"/>
              </a:solidFill>
              <a:latin typeface="Inter" panose="02000503000000020004"/>
              <a:ea typeface="Inter" panose="02000503000000020004"/>
              <a:cs typeface="Inter" panose="02000503000000020004"/>
              <a:sym typeface="Inter" panose="02000503000000020004"/>
            </a:endParaRPr>
          </a:p>
        </p:txBody>
      </p:sp>
      <p:sp>
        <p:nvSpPr>
          <p:cNvPr id="47" name="Google Shape;47;p10"/>
          <p:cNvSpPr txBox="1"/>
          <p:nvPr/>
        </p:nvSpPr>
        <p:spPr>
          <a:xfrm>
            <a:off x="4536425" y="284025"/>
            <a:ext cx="1552500" cy="21540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1400" b="1" i="0" u="none" strike="noStrike" cap="none">
                <a:solidFill>
                  <a:srgbClr val="ABABAB"/>
                </a:solidFill>
                <a:latin typeface="Inter" panose="02000503000000020004"/>
                <a:ea typeface="Inter" panose="02000503000000020004"/>
                <a:cs typeface="Inter" panose="02000503000000020004"/>
                <a:sym typeface="Inter" panose="02000503000000020004"/>
              </a:rPr>
              <a:t>INTRODUCTION</a:t>
            </a:r>
            <a:endParaRPr lang="en-US" sz="1400" b="1" i="0" u="none" strike="noStrike" cap="none">
              <a:solidFill>
                <a:srgbClr val="ABABAB"/>
              </a:solidFill>
              <a:latin typeface="Inter" panose="02000503000000020004"/>
              <a:ea typeface="Inter" panose="02000503000000020004"/>
              <a:cs typeface="Inter" panose="02000503000000020004"/>
              <a:sym typeface="Inter" panose="02000503000000020004"/>
            </a:endParaRPr>
          </a:p>
        </p:txBody>
      </p:sp>
      <p:sp>
        <p:nvSpPr>
          <p:cNvPr id="48" name="Google Shape;48;p10"/>
          <p:cNvSpPr txBox="1"/>
          <p:nvPr/>
        </p:nvSpPr>
        <p:spPr>
          <a:xfrm>
            <a:off x="6696323" y="284025"/>
            <a:ext cx="1185900" cy="21540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1400" b="1" i="0" u="none" strike="noStrike" cap="none">
                <a:solidFill>
                  <a:srgbClr val="ABABAB"/>
                </a:solidFill>
                <a:latin typeface="Inter" panose="02000503000000020004"/>
                <a:ea typeface="Inter" panose="02000503000000020004"/>
                <a:cs typeface="Inter" panose="02000503000000020004"/>
                <a:sym typeface="Inter" panose="02000503000000020004"/>
              </a:rPr>
              <a:t>ABOUT US</a:t>
            </a:r>
            <a:endParaRPr lang="en-US" sz="1400" b="1" i="0" u="none" strike="noStrike" cap="none">
              <a:solidFill>
                <a:srgbClr val="ABABAB"/>
              </a:solidFill>
              <a:latin typeface="Inter" panose="02000503000000020004"/>
              <a:ea typeface="Inter" panose="02000503000000020004"/>
              <a:cs typeface="Inter" panose="02000503000000020004"/>
              <a:sym typeface="Inter" panose="02000503000000020004"/>
            </a:endParaRPr>
          </a:p>
        </p:txBody>
      </p:sp>
      <p:sp>
        <p:nvSpPr>
          <p:cNvPr id="49" name="Google Shape;49;p10"/>
          <p:cNvSpPr txBox="1"/>
          <p:nvPr/>
        </p:nvSpPr>
        <p:spPr>
          <a:xfrm>
            <a:off x="8329553" y="284025"/>
            <a:ext cx="1690800" cy="21540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1400" b="1" i="0" u="none" strike="noStrike" cap="none">
                <a:solidFill>
                  <a:srgbClr val="ABABAB"/>
                </a:solidFill>
                <a:latin typeface="Inter" panose="02000503000000020004"/>
                <a:ea typeface="Inter" panose="02000503000000020004"/>
                <a:cs typeface="Inter" panose="02000503000000020004"/>
                <a:sym typeface="Inter" panose="02000503000000020004"/>
              </a:rPr>
              <a:t>OUR PRODUCTS</a:t>
            </a:r>
            <a:endParaRPr lang="en-US" sz="1400" b="1" i="0" u="none" strike="noStrike" cap="none">
              <a:solidFill>
                <a:srgbClr val="ABABAB"/>
              </a:solidFill>
              <a:latin typeface="Inter" panose="02000503000000020004"/>
              <a:ea typeface="Inter" panose="02000503000000020004"/>
              <a:cs typeface="Inter" panose="02000503000000020004"/>
              <a:sym typeface="Inter" panose="02000503000000020004"/>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53" name="Shape 53"/>
        <p:cNvGrpSpPr/>
        <p:nvPr/>
      </p:nvGrpSpPr>
      <p:grpSpPr>
        <a:xfrm>
          <a:off x="0" y="0"/>
          <a:ext cx="0" cy="0"/>
          <a:chOff x="0" y="0"/>
          <a:chExt cx="0" cy="0"/>
        </a:xfrm>
      </p:grpSpPr>
      <p:pic>
        <p:nvPicPr>
          <p:cNvPr id="54" name="Google Shape;54;p11"/>
          <p:cNvPicPr preferRelativeResize="0"/>
          <p:nvPr/>
        </p:nvPicPr>
        <p:blipFill>
          <a:blip r:embed="rId1"/>
          <a:stretch>
            <a:fillRect/>
          </a:stretch>
        </p:blipFill>
        <p:spPr>
          <a:xfrm>
            <a:off x="18" y="0"/>
            <a:ext cx="18288000" cy="10295938"/>
          </a:xfrm>
          <a:prstGeom prst="rect">
            <a:avLst/>
          </a:prstGeom>
          <a:noFill/>
          <a:ln>
            <a:noFill/>
          </a:ln>
        </p:spPr>
      </p:pic>
      <p:pic>
        <p:nvPicPr>
          <p:cNvPr id="55" name="Google Shape;55;p11"/>
          <p:cNvPicPr preferRelativeResize="0"/>
          <p:nvPr/>
        </p:nvPicPr>
        <p:blipFill>
          <a:blip r:embed="rId2"/>
          <a:stretch>
            <a:fillRect/>
          </a:stretch>
        </p:blipFill>
        <p:spPr>
          <a:xfrm>
            <a:off x="554075" y="-15310069"/>
            <a:ext cx="17179851" cy="17179814"/>
          </a:xfrm>
          <a:prstGeom prst="rect">
            <a:avLst/>
          </a:prstGeom>
          <a:noFill/>
          <a:ln>
            <a:noFill/>
          </a:ln>
        </p:spPr>
      </p:pic>
      <p:sp>
        <p:nvSpPr>
          <p:cNvPr id="56" name="Google Shape;56;p11"/>
          <p:cNvSpPr txBox="1"/>
          <p:nvPr/>
        </p:nvSpPr>
        <p:spPr>
          <a:xfrm>
            <a:off x="15882951" y="284025"/>
            <a:ext cx="1851000" cy="215400"/>
          </a:xfrm>
          <a:prstGeom prst="rect">
            <a:avLst/>
          </a:prstGeom>
          <a:noFill/>
          <a:ln>
            <a:noFill/>
          </a:ln>
        </p:spPr>
        <p:txBody>
          <a:bodyPr spcFirstLastPara="1" wrap="square" lIns="0" tIns="0" rIns="0" bIns="0" anchor="t" anchorCtr="0">
            <a:spAutoFit/>
          </a:bodyPr>
          <a:lstStyle/>
          <a:p>
            <a:pPr marL="0" marR="0" lvl="0" indent="0" algn="r" rtl="0">
              <a:lnSpc>
                <a:spcPct val="140000"/>
              </a:lnSpc>
              <a:spcBef>
                <a:spcPts val="0"/>
              </a:spcBef>
              <a:spcAft>
                <a:spcPts val="0"/>
              </a:spcAft>
              <a:buNone/>
            </a:pPr>
            <a:r>
              <a:rPr lang="en-US" sz="1400" b="1" i="0" u="none" strike="noStrike" cap="none">
                <a:solidFill>
                  <a:srgbClr val="FFFFFF"/>
                </a:solidFill>
                <a:latin typeface="Inter" panose="02000503000000020004"/>
                <a:ea typeface="Inter" panose="02000503000000020004"/>
                <a:cs typeface="Inter" panose="02000503000000020004"/>
                <a:sym typeface="Inter" panose="02000503000000020004"/>
              </a:rPr>
              <a:t>SLIDESCARNIVAL</a:t>
            </a:r>
            <a:endParaRPr lang="en-US" sz="1400" b="1" i="0" u="none" strike="noStrike" cap="none">
              <a:solidFill>
                <a:srgbClr val="FFFFFF"/>
              </a:solidFill>
              <a:latin typeface="Inter" panose="02000503000000020004"/>
              <a:ea typeface="Inter" panose="02000503000000020004"/>
              <a:cs typeface="Inter" panose="02000503000000020004"/>
              <a:sym typeface="Inter" panose="02000503000000020004"/>
            </a:endParaRPr>
          </a:p>
        </p:txBody>
      </p:sp>
      <p:sp>
        <p:nvSpPr>
          <p:cNvPr id="57" name="Google Shape;57;p11"/>
          <p:cNvSpPr txBox="1"/>
          <p:nvPr/>
        </p:nvSpPr>
        <p:spPr>
          <a:xfrm>
            <a:off x="554075" y="284025"/>
            <a:ext cx="1557900" cy="21540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1400" b="1" i="0" u="none" strike="noStrike" cap="none">
                <a:solidFill>
                  <a:srgbClr val="ABABAB"/>
                </a:solidFill>
                <a:latin typeface="Inter" panose="02000503000000020004"/>
                <a:ea typeface="Inter" panose="02000503000000020004"/>
                <a:cs typeface="Inter" panose="02000503000000020004"/>
                <a:sym typeface="Inter" panose="02000503000000020004"/>
              </a:rPr>
              <a:t>TECH COMPANY</a:t>
            </a:r>
            <a:endParaRPr lang="en-US" sz="1400" b="1" i="0" u="none" strike="noStrike" cap="none">
              <a:solidFill>
                <a:srgbClr val="ABABAB"/>
              </a:solidFill>
              <a:latin typeface="Inter" panose="02000503000000020004"/>
              <a:ea typeface="Inter" panose="02000503000000020004"/>
              <a:cs typeface="Inter" panose="02000503000000020004"/>
              <a:sym typeface="Inter" panose="02000503000000020004"/>
            </a:endParaRPr>
          </a:p>
        </p:txBody>
      </p:sp>
      <p:sp>
        <p:nvSpPr>
          <p:cNvPr id="58" name="Google Shape;58;p11"/>
          <p:cNvSpPr txBox="1"/>
          <p:nvPr/>
        </p:nvSpPr>
        <p:spPr>
          <a:xfrm>
            <a:off x="2940503" y="284025"/>
            <a:ext cx="1049700" cy="21540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1400" b="1" i="0" u="none" strike="noStrike" cap="none">
                <a:solidFill>
                  <a:srgbClr val="FFFFFF"/>
                </a:solidFill>
                <a:latin typeface="Inter" panose="02000503000000020004"/>
                <a:ea typeface="Inter" panose="02000503000000020004"/>
                <a:cs typeface="Inter" panose="02000503000000020004"/>
                <a:sym typeface="Inter" panose="02000503000000020004"/>
              </a:rPr>
              <a:t>CONTENTS</a:t>
            </a:r>
            <a:endParaRPr lang="en-US" sz="1400" b="1" i="0" u="none" strike="noStrike" cap="none">
              <a:solidFill>
                <a:srgbClr val="FFFFFF"/>
              </a:solidFill>
              <a:latin typeface="Inter" panose="02000503000000020004"/>
              <a:ea typeface="Inter" panose="02000503000000020004"/>
              <a:cs typeface="Inter" panose="02000503000000020004"/>
              <a:sym typeface="Inter" panose="02000503000000020004"/>
            </a:endParaRPr>
          </a:p>
        </p:txBody>
      </p:sp>
      <p:sp>
        <p:nvSpPr>
          <p:cNvPr id="59" name="Google Shape;59;p11"/>
          <p:cNvSpPr txBox="1"/>
          <p:nvPr/>
        </p:nvSpPr>
        <p:spPr>
          <a:xfrm>
            <a:off x="4746099" y="284025"/>
            <a:ext cx="1459200" cy="21540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1400" b="1" i="0" u="none" strike="noStrike" cap="none">
                <a:solidFill>
                  <a:srgbClr val="ABABAB"/>
                </a:solidFill>
                <a:latin typeface="Inter" panose="02000503000000020004"/>
                <a:ea typeface="Inter" panose="02000503000000020004"/>
                <a:cs typeface="Inter" panose="02000503000000020004"/>
                <a:sym typeface="Inter" panose="02000503000000020004"/>
              </a:rPr>
              <a:t>INTRODUCTION</a:t>
            </a:r>
            <a:endParaRPr lang="en-US" sz="1400" b="1" i="0" u="none" strike="noStrike" cap="none">
              <a:solidFill>
                <a:srgbClr val="ABABAB"/>
              </a:solidFill>
              <a:latin typeface="Inter" panose="02000503000000020004"/>
              <a:ea typeface="Inter" panose="02000503000000020004"/>
              <a:cs typeface="Inter" panose="02000503000000020004"/>
              <a:sym typeface="Inter" panose="02000503000000020004"/>
            </a:endParaRPr>
          </a:p>
        </p:txBody>
      </p:sp>
      <p:sp>
        <p:nvSpPr>
          <p:cNvPr id="60" name="Google Shape;60;p11"/>
          <p:cNvSpPr txBox="1"/>
          <p:nvPr/>
        </p:nvSpPr>
        <p:spPr>
          <a:xfrm>
            <a:off x="7019729" y="284025"/>
            <a:ext cx="974100" cy="21540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1400" b="1" i="0" u="none" strike="noStrike" cap="none">
                <a:solidFill>
                  <a:srgbClr val="ABABAB"/>
                </a:solidFill>
                <a:latin typeface="Inter" panose="02000503000000020004"/>
                <a:ea typeface="Inter" panose="02000503000000020004"/>
                <a:cs typeface="Inter" panose="02000503000000020004"/>
                <a:sym typeface="Inter" panose="02000503000000020004"/>
              </a:rPr>
              <a:t>ABOUT US</a:t>
            </a:r>
            <a:endParaRPr lang="en-US" sz="1400" b="1" i="0" u="none" strike="noStrike" cap="none">
              <a:solidFill>
                <a:srgbClr val="ABABAB"/>
              </a:solidFill>
              <a:latin typeface="Inter" panose="02000503000000020004"/>
              <a:ea typeface="Inter" panose="02000503000000020004"/>
              <a:cs typeface="Inter" panose="02000503000000020004"/>
              <a:sym typeface="Inter" panose="02000503000000020004"/>
            </a:endParaRPr>
          </a:p>
        </p:txBody>
      </p:sp>
      <p:sp>
        <p:nvSpPr>
          <p:cNvPr id="61" name="Google Shape;61;p11"/>
          <p:cNvSpPr txBox="1"/>
          <p:nvPr/>
        </p:nvSpPr>
        <p:spPr>
          <a:xfrm>
            <a:off x="8738924" y="284025"/>
            <a:ext cx="1500600" cy="21540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1400" b="1" i="0" u="none" strike="noStrike" cap="none">
                <a:solidFill>
                  <a:srgbClr val="ABABAB"/>
                </a:solidFill>
                <a:latin typeface="Inter" panose="02000503000000020004"/>
                <a:ea typeface="Inter" panose="02000503000000020004"/>
                <a:cs typeface="Inter" panose="02000503000000020004"/>
                <a:sym typeface="Inter" panose="02000503000000020004"/>
              </a:rPr>
              <a:t>OUR PRODUCTS</a:t>
            </a:r>
            <a:endParaRPr lang="en-US" sz="1400" b="1" i="0" u="none" strike="noStrike" cap="none">
              <a:solidFill>
                <a:srgbClr val="ABABAB"/>
              </a:solidFill>
              <a:latin typeface="Inter" panose="02000503000000020004"/>
              <a:ea typeface="Inter" panose="02000503000000020004"/>
              <a:cs typeface="Inter" panose="02000503000000020004"/>
              <a:sym typeface="Inter" panose="02000503000000020004"/>
            </a:endParaRPr>
          </a:p>
        </p:txBody>
      </p:sp>
      <p:grpSp>
        <p:nvGrpSpPr>
          <p:cNvPr id="62" name="Google Shape;62;p11"/>
          <p:cNvGrpSpPr/>
          <p:nvPr/>
        </p:nvGrpSpPr>
        <p:grpSpPr>
          <a:xfrm>
            <a:off x="4853938" y="2350771"/>
            <a:ext cx="8580124" cy="6333169"/>
            <a:chOff x="0" y="285750"/>
            <a:chExt cx="11440165" cy="8444225"/>
          </a:xfrm>
        </p:grpSpPr>
        <p:sp>
          <p:nvSpPr>
            <p:cNvPr id="63" name="Google Shape;63;p11"/>
            <p:cNvSpPr txBox="1"/>
            <p:nvPr/>
          </p:nvSpPr>
          <p:spPr>
            <a:xfrm>
              <a:off x="0" y="285750"/>
              <a:ext cx="11440165" cy="1313180"/>
            </a:xfrm>
            <a:prstGeom prst="rect">
              <a:avLst/>
            </a:prstGeom>
            <a:noFill/>
            <a:ln>
              <a:noFill/>
            </a:ln>
          </p:spPr>
          <p:txBody>
            <a:bodyPr spcFirstLastPara="1" wrap="square" lIns="0" tIns="0" rIns="0" bIns="0" anchor="t" anchorCtr="0">
              <a:spAutoFit/>
            </a:bodyPr>
            <a:lstStyle/>
            <a:p>
              <a:pPr marL="0" marR="0" lvl="0" indent="0" algn="ctr" rtl="0">
                <a:lnSpc>
                  <a:spcPct val="80000"/>
                </a:lnSpc>
                <a:spcBef>
                  <a:spcPts val="0"/>
                </a:spcBef>
                <a:spcAft>
                  <a:spcPts val="0"/>
                </a:spcAft>
                <a:buNone/>
              </a:pPr>
              <a:r>
                <a:rPr lang="en-US" sz="8000" b="0" i="0" u="none" strike="noStrike" cap="none">
                  <a:solidFill>
                    <a:srgbClr val="FFFFFF"/>
                  </a:solidFill>
                  <a:latin typeface="Inter" panose="02000503000000020004"/>
                  <a:ea typeface="Inter" panose="02000503000000020004"/>
                  <a:cs typeface="Inter" panose="02000503000000020004"/>
                  <a:sym typeface="Inter" panose="02000503000000020004"/>
                </a:rPr>
                <a:t>I</a:t>
              </a:r>
              <a:endParaRPr lang="en-US" sz="8000" b="0" i="0" u="none" strike="noStrike" cap="none">
                <a:solidFill>
                  <a:srgbClr val="FFFFFF"/>
                </a:solidFill>
                <a:latin typeface="Inter" panose="02000503000000020004"/>
                <a:ea typeface="Inter" panose="02000503000000020004"/>
                <a:cs typeface="Inter" panose="02000503000000020004"/>
                <a:sym typeface="Inter" panose="02000503000000020004"/>
              </a:endParaRPr>
            </a:p>
          </p:txBody>
        </p:sp>
        <p:sp>
          <p:nvSpPr>
            <p:cNvPr id="64" name="Google Shape;64;p11"/>
            <p:cNvSpPr txBox="1"/>
            <p:nvPr/>
          </p:nvSpPr>
          <p:spPr>
            <a:xfrm>
              <a:off x="0" y="2062902"/>
              <a:ext cx="11440165" cy="1335618"/>
            </a:xfrm>
            <a:prstGeom prst="rect">
              <a:avLst/>
            </a:prstGeom>
            <a:noFill/>
            <a:ln>
              <a:noFill/>
            </a:ln>
          </p:spPr>
          <p:txBody>
            <a:bodyPr spcFirstLastPara="1" wrap="square" lIns="0" tIns="0" rIns="0" bIns="0" anchor="t" anchorCtr="0">
              <a:spAutoFit/>
            </a:bodyPr>
            <a:lstStyle/>
            <a:p>
              <a:pPr marL="0" marR="0" lvl="0" indent="0" algn="ctr" rtl="0">
                <a:lnSpc>
                  <a:spcPct val="80000"/>
                </a:lnSpc>
                <a:spcBef>
                  <a:spcPts val="0"/>
                </a:spcBef>
                <a:spcAft>
                  <a:spcPts val="0"/>
                </a:spcAft>
                <a:buNone/>
              </a:pPr>
              <a:r>
                <a:rPr lang="en-US" sz="8000" b="0" i="0" u="none" strike="noStrike" cap="none">
                  <a:solidFill>
                    <a:srgbClr val="FFFFFF"/>
                  </a:solidFill>
                  <a:latin typeface="Inter" panose="02000503000000020004"/>
                  <a:ea typeface="Inter" panose="02000503000000020004"/>
                  <a:cs typeface="Inter" panose="02000503000000020004"/>
                  <a:sym typeface="Inter" panose="02000503000000020004"/>
                </a:rPr>
                <a:t>About Us</a:t>
              </a:r>
              <a:endParaRPr lang="en-US" sz="8000" b="0" i="0" u="none" strike="noStrike" cap="none">
                <a:solidFill>
                  <a:srgbClr val="FFFFFF"/>
                </a:solidFill>
                <a:latin typeface="Inter" panose="02000503000000020004"/>
                <a:ea typeface="Inter" panose="02000503000000020004"/>
                <a:cs typeface="Inter" panose="02000503000000020004"/>
                <a:sym typeface="Inter" panose="02000503000000020004"/>
              </a:endParaRPr>
            </a:p>
          </p:txBody>
        </p:sp>
        <p:sp>
          <p:nvSpPr>
            <p:cNvPr id="65" name="Google Shape;65;p11"/>
            <p:cNvSpPr txBox="1"/>
            <p:nvPr/>
          </p:nvSpPr>
          <p:spPr>
            <a:xfrm>
              <a:off x="0" y="3840053"/>
              <a:ext cx="11440165" cy="1335618"/>
            </a:xfrm>
            <a:prstGeom prst="rect">
              <a:avLst/>
            </a:prstGeom>
            <a:noFill/>
            <a:ln>
              <a:noFill/>
            </a:ln>
          </p:spPr>
          <p:txBody>
            <a:bodyPr spcFirstLastPara="1" wrap="square" lIns="0" tIns="0" rIns="0" bIns="0" anchor="t" anchorCtr="0">
              <a:spAutoFit/>
            </a:bodyPr>
            <a:lstStyle/>
            <a:p>
              <a:pPr marL="0" marR="0" lvl="0" indent="0" algn="ctr" rtl="0">
                <a:lnSpc>
                  <a:spcPct val="80000"/>
                </a:lnSpc>
                <a:spcBef>
                  <a:spcPts val="0"/>
                </a:spcBef>
                <a:spcAft>
                  <a:spcPts val="0"/>
                </a:spcAft>
                <a:buNone/>
              </a:pPr>
              <a:r>
                <a:rPr lang="en-US" sz="8000" b="0" i="0" u="none" strike="noStrike" cap="none">
                  <a:solidFill>
                    <a:srgbClr val="FFFFFF"/>
                  </a:solidFill>
                  <a:latin typeface="Inter" panose="02000503000000020004"/>
                  <a:ea typeface="Inter" panose="02000503000000020004"/>
                  <a:cs typeface="Inter" panose="02000503000000020004"/>
                  <a:sym typeface="Inter" panose="02000503000000020004"/>
                </a:rPr>
                <a:t>Our Products</a:t>
              </a:r>
              <a:endParaRPr lang="en-US" sz="8000" b="0" i="0" u="none" strike="noStrike" cap="none">
                <a:solidFill>
                  <a:srgbClr val="FFFFFF"/>
                </a:solidFill>
                <a:latin typeface="Inter" panose="02000503000000020004"/>
                <a:ea typeface="Inter" panose="02000503000000020004"/>
                <a:cs typeface="Inter" panose="02000503000000020004"/>
                <a:sym typeface="Inter" panose="02000503000000020004"/>
              </a:endParaRPr>
            </a:p>
          </p:txBody>
        </p:sp>
        <p:sp>
          <p:nvSpPr>
            <p:cNvPr id="66" name="Google Shape;66;p11"/>
            <p:cNvSpPr txBox="1"/>
            <p:nvPr/>
          </p:nvSpPr>
          <p:spPr>
            <a:xfrm>
              <a:off x="0" y="5617205"/>
              <a:ext cx="11440165" cy="1335618"/>
            </a:xfrm>
            <a:prstGeom prst="rect">
              <a:avLst/>
            </a:prstGeom>
            <a:noFill/>
            <a:ln>
              <a:noFill/>
            </a:ln>
          </p:spPr>
          <p:txBody>
            <a:bodyPr spcFirstLastPara="1" wrap="square" lIns="0" tIns="0" rIns="0" bIns="0" anchor="t" anchorCtr="0">
              <a:spAutoFit/>
            </a:bodyPr>
            <a:lstStyle/>
            <a:p>
              <a:pPr marL="0" marR="0" lvl="0" indent="0" algn="ctr" rtl="0">
                <a:lnSpc>
                  <a:spcPct val="80000"/>
                </a:lnSpc>
                <a:spcBef>
                  <a:spcPts val="0"/>
                </a:spcBef>
                <a:spcAft>
                  <a:spcPts val="0"/>
                </a:spcAft>
                <a:buNone/>
              </a:pPr>
              <a:r>
                <a:rPr lang="en-US" sz="8000" b="0" i="0" u="none" strike="noStrike" cap="none">
                  <a:solidFill>
                    <a:srgbClr val="FFFFFF"/>
                  </a:solidFill>
                  <a:latin typeface="Inter" panose="02000503000000020004"/>
                  <a:ea typeface="Inter" panose="02000503000000020004"/>
                  <a:cs typeface="Inter" panose="02000503000000020004"/>
                  <a:sym typeface="Inter" panose="02000503000000020004"/>
                </a:rPr>
                <a:t>Chapter Title</a:t>
              </a:r>
              <a:endParaRPr lang="en-US" sz="8000" b="0" i="0" u="none" strike="noStrike" cap="none">
                <a:solidFill>
                  <a:srgbClr val="FFFFFF"/>
                </a:solidFill>
                <a:latin typeface="Inter" panose="02000503000000020004"/>
                <a:ea typeface="Inter" panose="02000503000000020004"/>
                <a:cs typeface="Inter" panose="02000503000000020004"/>
                <a:sym typeface="Inter" panose="02000503000000020004"/>
              </a:endParaRPr>
            </a:p>
          </p:txBody>
        </p:sp>
        <p:sp>
          <p:nvSpPr>
            <p:cNvPr id="67" name="Google Shape;67;p11"/>
            <p:cNvSpPr txBox="1"/>
            <p:nvPr/>
          </p:nvSpPr>
          <p:spPr>
            <a:xfrm>
              <a:off x="0" y="7394357"/>
              <a:ext cx="11440165" cy="1335618"/>
            </a:xfrm>
            <a:prstGeom prst="rect">
              <a:avLst/>
            </a:prstGeom>
            <a:noFill/>
            <a:ln>
              <a:noFill/>
            </a:ln>
          </p:spPr>
          <p:txBody>
            <a:bodyPr spcFirstLastPara="1" wrap="square" lIns="0" tIns="0" rIns="0" bIns="0" anchor="t" anchorCtr="0">
              <a:spAutoFit/>
            </a:bodyPr>
            <a:lstStyle/>
            <a:p>
              <a:pPr marL="0" marR="0" lvl="0" indent="0" algn="ctr" rtl="0">
                <a:lnSpc>
                  <a:spcPct val="80000"/>
                </a:lnSpc>
                <a:spcBef>
                  <a:spcPts val="0"/>
                </a:spcBef>
                <a:spcAft>
                  <a:spcPts val="0"/>
                </a:spcAft>
                <a:buNone/>
              </a:pPr>
              <a:r>
                <a:rPr lang="en-US" sz="8000" b="0" i="0" u="none" strike="noStrike" cap="none">
                  <a:solidFill>
                    <a:srgbClr val="FFFFFF"/>
                  </a:solidFill>
                  <a:latin typeface="Inter" panose="02000503000000020004"/>
                  <a:ea typeface="Inter" panose="02000503000000020004"/>
                  <a:cs typeface="Inter" panose="02000503000000020004"/>
                  <a:sym typeface="Inter" panose="02000503000000020004"/>
                </a:rPr>
                <a:t>Chapter Title</a:t>
              </a:r>
              <a:endParaRPr lang="en-US" sz="8000" b="0" i="0" u="none" strike="noStrike" cap="none">
                <a:solidFill>
                  <a:srgbClr val="FFFFFF"/>
                </a:solidFill>
                <a:latin typeface="Inter" panose="02000503000000020004"/>
                <a:ea typeface="Inter" panose="02000503000000020004"/>
                <a:cs typeface="Inter" panose="02000503000000020004"/>
                <a:sym typeface="Inter" panose="02000503000000020004"/>
              </a:endParaRPr>
            </a:p>
          </p:txBody>
        </p:sp>
      </p:grpSp>
    </p:spTree>
  </p:cSld>
  <p:clrMapOvr>
    <a:masterClrMapping/>
  </p:clrMapOvr>
  <p:transition spd="slow">
    <p:fade/>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71" name="Shape 71"/>
        <p:cNvGrpSpPr/>
        <p:nvPr/>
      </p:nvGrpSpPr>
      <p:grpSpPr>
        <a:xfrm>
          <a:off x="0" y="0"/>
          <a:ext cx="0" cy="0"/>
          <a:chOff x="0" y="0"/>
          <a:chExt cx="0" cy="0"/>
        </a:xfrm>
      </p:grpSpPr>
      <p:pic>
        <p:nvPicPr>
          <p:cNvPr id="72" name="Google Shape;72;p12"/>
          <p:cNvPicPr preferRelativeResize="0"/>
          <p:nvPr/>
        </p:nvPicPr>
        <p:blipFill>
          <a:blip r:embed="rId1"/>
          <a:stretch>
            <a:fillRect/>
          </a:stretch>
        </p:blipFill>
        <p:spPr>
          <a:xfrm>
            <a:off x="18" y="0"/>
            <a:ext cx="18288000" cy="10295938"/>
          </a:xfrm>
          <a:prstGeom prst="rect">
            <a:avLst/>
          </a:prstGeom>
          <a:noFill/>
          <a:ln>
            <a:noFill/>
          </a:ln>
        </p:spPr>
      </p:pic>
      <p:pic>
        <p:nvPicPr>
          <p:cNvPr id="73" name="Google Shape;73;p12"/>
          <p:cNvPicPr preferRelativeResize="0"/>
          <p:nvPr/>
        </p:nvPicPr>
        <p:blipFill>
          <a:blip r:embed="rId2"/>
          <a:stretch>
            <a:fillRect/>
          </a:stretch>
        </p:blipFill>
        <p:spPr>
          <a:xfrm>
            <a:off x="4013225" y="0"/>
            <a:ext cx="10261600" cy="10287000"/>
          </a:xfrm>
          <a:prstGeom prst="rect">
            <a:avLst/>
          </a:prstGeom>
          <a:noFill/>
          <a:ln>
            <a:noFill/>
          </a:ln>
        </p:spPr>
      </p:pic>
      <p:sp>
        <p:nvSpPr>
          <p:cNvPr id="74" name="Google Shape;74;p12"/>
          <p:cNvSpPr/>
          <p:nvPr/>
        </p:nvSpPr>
        <p:spPr>
          <a:xfrm>
            <a:off x="554078" y="-17117890"/>
            <a:ext cx="17179843" cy="17179843"/>
          </a:xfrm>
          <a:custGeom>
            <a:avLst/>
            <a:gdLst/>
            <a:ahLst/>
            <a:cxnLst/>
            <a:rect l="l" t="t" r="r" b="b"/>
            <a:pathLst>
              <a:path w="17179843" h="17179843" extrusionOk="0">
                <a:moveTo>
                  <a:pt x="0" y="0"/>
                </a:moveTo>
                <a:lnTo>
                  <a:pt x="17179844" y="0"/>
                </a:lnTo>
                <a:lnTo>
                  <a:pt x="17179844" y="17179844"/>
                </a:lnTo>
                <a:lnTo>
                  <a:pt x="0" y="17179844"/>
                </a:lnTo>
                <a:lnTo>
                  <a:pt x="0" y="0"/>
                </a:lnTo>
                <a:close/>
              </a:path>
            </a:pathLst>
          </a:custGeom>
          <a:blipFill rotWithShape="1">
            <a:blip r:embed="rId3">
              <a:alphaModFix amt="0"/>
            </a:blip>
            <a:stretch>
              <a:fillRect/>
            </a:stretch>
          </a:blipFill>
          <a:ln>
            <a:noFill/>
          </a:ln>
        </p:spPr>
      </p:sp>
      <p:sp>
        <p:nvSpPr>
          <p:cNvPr id="75" name="Google Shape;75;p12"/>
          <p:cNvSpPr txBox="1"/>
          <p:nvPr/>
        </p:nvSpPr>
        <p:spPr>
          <a:xfrm>
            <a:off x="15692451" y="284025"/>
            <a:ext cx="2041500" cy="215400"/>
          </a:xfrm>
          <a:prstGeom prst="rect">
            <a:avLst/>
          </a:prstGeom>
          <a:noFill/>
          <a:ln>
            <a:noFill/>
          </a:ln>
        </p:spPr>
        <p:txBody>
          <a:bodyPr spcFirstLastPara="1" wrap="square" lIns="0" tIns="0" rIns="0" bIns="0" anchor="t" anchorCtr="0">
            <a:spAutoFit/>
          </a:bodyPr>
          <a:lstStyle/>
          <a:p>
            <a:pPr marL="0" marR="0" lvl="0" indent="0" algn="r" rtl="0">
              <a:lnSpc>
                <a:spcPct val="140000"/>
              </a:lnSpc>
              <a:spcBef>
                <a:spcPts val="0"/>
              </a:spcBef>
              <a:spcAft>
                <a:spcPts val="0"/>
              </a:spcAft>
              <a:buNone/>
            </a:pPr>
            <a:r>
              <a:rPr lang="en-US" sz="1400" b="1" i="0" u="none" strike="noStrike" cap="none">
                <a:solidFill>
                  <a:srgbClr val="FFFFFF"/>
                </a:solidFill>
                <a:latin typeface="Inter" panose="02000503000000020004"/>
                <a:ea typeface="Inter" panose="02000503000000020004"/>
                <a:cs typeface="Inter" panose="02000503000000020004"/>
                <a:sym typeface="Inter" panose="02000503000000020004"/>
              </a:rPr>
              <a:t>SLIDESCARNIVAL</a:t>
            </a:r>
            <a:endParaRPr lang="en-US" sz="1400" b="1" i="0" u="none" strike="noStrike" cap="none">
              <a:solidFill>
                <a:srgbClr val="FFFFFF"/>
              </a:solidFill>
              <a:latin typeface="Inter" panose="02000503000000020004"/>
              <a:ea typeface="Inter" panose="02000503000000020004"/>
              <a:cs typeface="Inter" panose="02000503000000020004"/>
              <a:sym typeface="Inter" panose="02000503000000020004"/>
            </a:endParaRPr>
          </a:p>
        </p:txBody>
      </p:sp>
      <p:sp>
        <p:nvSpPr>
          <p:cNvPr id="76" name="Google Shape;76;p12"/>
          <p:cNvSpPr txBox="1"/>
          <p:nvPr/>
        </p:nvSpPr>
        <p:spPr>
          <a:xfrm>
            <a:off x="554075" y="284025"/>
            <a:ext cx="1550100" cy="21540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1400" b="1" i="0" u="none" strike="noStrike" cap="none">
                <a:solidFill>
                  <a:srgbClr val="ABABAB"/>
                </a:solidFill>
                <a:latin typeface="Inter" panose="02000503000000020004"/>
                <a:ea typeface="Inter" panose="02000503000000020004"/>
                <a:cs typeface="Inter" panose="02000503000000020004"/>
                <a:sym typeface="Inter" panose="02000503000000020004"/>
              </a:rPr>
              <a:t>TECH COMPANY</a:t>
            </a:r>
            <a:endParaRPr lang="en-US" sz="1400" b="1" i="0" u="none" strike="noStrike" cap="none">
              <a:solidFill>
                <a:srgbClr val="ABABAB"/>
              </a:solidFill>
              <a:latin typeface="Inter" panose="02000503000000020004"/>
              <a:ea typeface="Inter" panose="02000503000000020004"/>
              <a:cs typeface="Inter" panose="02000503000000020004"/>
              <a:sym typeface="Inter" panose="02000503000000020004"/>
            </a:endParaRPr>
          </a:p>
        </p:txBody>
      </p:sp>
      <p:sp>
        <p:nvSpPr>
          <p:cNvPr id="77" name="Google Shape;77;p12"/>
          <p:cNvSpPr txBox="1"/>
          <p:nvPr/>
        </p:nvSpPr>
        <p:spPr>
          <a:xfrm>
            <a:off x="2928768" y="284025"/>
            <a:ext cx="1044300" cy="21540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1400" b="1" i="0" u="none" strike="noStrike" cap="none">
                <a:solidFill>
                  <a:srgbClr val="ABABAB"/>
                </a:solidFill>
                <a:latin typeface="Inter" panose="02000503000000020004"/>
                <a:ea typeface="Inter" panose="02000503000000020004"/>
                <a:cs typeface="Inter" panose="02000503000000020004"/>
                <a:sym typeface="Inter" panose="02000503000000020004"/>
              </a:rPr>
              <a:t>CONTENTS</a:t>
            </a:r>
            <a:endParaRPr lang="en-US" sz="1400" b="1" i="0" u="none" strike="noStrike" cap="none">
              <a:solidFill>
                <a:srgbClr val="ABABAB"/>
              </a:solidFill>
              <a:latin typeface="Inter" panose="02000503000000020004"/>
              <a:ea typeface="Inter" panose="02000503000000020004"/>
              <a:cs typeface="Inter" panose="02000503000000020004"/>
              <a:sym typeface="Inter" panose="02000503000000020004"/>
            </a:endParaRPr>
          </a:p>
        </p:txBody>
      </p:sp>
      <p:sp>
        <p:nvSpPr>
          <p:cNvPr id="78" name="Google Shape;78;p12"/>
          <p:cNvSpPr txBox="1"/>
          <p:nvPr/>
        </p:nvSpPr>
        <p:spPr>
          <a:xfrm>
            <a:off x="4725486" y="284025"/>
            <a:ext cx="1452000" cy="21540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1400" b="1" i="0" u="none" strike="noStrike" cap="none">
                <a:solidFill>
                  <a:srgbClr val="FFFFFF"/>
                </a:solidFill>
                <a:latin typeface="Inter" panose="02000503000000020004"/>
                <a:ea typeface="Inter" panose="02000503000000020004"/>
                <a:cs typeface="Inter" panose="02000503000000020004"/>
                <a:sym typeface="Inter" panose="02000503000000020004"/>
              </a:rPr>
              <a:t>INTRODUCTION</a:t>
            </a:r>
            <a:endParaRPr lang="en-US" sz="1400" b="1" i="0" u="none" strike="noStrike" cap="none">
              <a:solidFill>
                <a:srgbClr val="FFFFFF"/>
              </a:solidFill>
              <a:latin typeface="Inter" panose="02000503000000020004"/>
              <a:ea typeface="Inter" panose="02000503000000020004"/>
              <a:cs typeface="Inter" panose="02000503000000020004"/>
              <a:sym typeface="Inter" panose="02000503000000020004"/>
            </a:endParaRPr>
          </a:p>
        </p:txBody>
      </p:sp>
      <p:sp>
        <p:nvSpPr>
          <p:cNvPr id="79" name="Google Shape;79;p12"/>
          <p:cNvSpPr txBox="1"/>
          <p:nvPr/>
        </p:nvSpPr>
        <p:spPr>
          <a:xfrm>
            <a:off x="6987936" y="284025"/>
            <a:ext cx="969300" cy="21540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1400" b="1" i="0" u="none" strike="noStrike" cap="none">
                <a:solidFill>
                  <a:srgbClr val="ABABAB"/>
                </a:solidFill>
                <a:latin typeface="Inter" panose="02000503000000020004"/>
                <a:ea typeface="Inter" panose="02000503000000020004"/>
                <a:cs typeface="Inter" panose="02000503000000020004"/>
                <a:sym typeface="Inter" panose="02000503000000020004"/>
              </a:rPr>
              <a:t>ABOUT US</a:t>
            </a:r>
            <a:endParaRPr lang="en-US" sz="1400" b="1" i="0" u="none" strike="noStrike" cap="none">
              <a:solidFill>
                <a:srgbClr val="ABABAB"/>
              </a:solidFill>
              <a:latin typeface="Inter" panose="02000503000000020004"/>
              <a:ea typeface="Inter" panose="02000503000000020004"/>
              <a:cs typeface="Inter" panose="02000503000000020004"/>
              <a:sym typeface="Inter" panose="02000503000000020004"/>
            </a:endParaRPr>
          </a:p>
        </p:txBody>
      </p:sp>
      <p:sp>
        <p:nvSpPr>
          <p:cNvPr id="80" name="Google Shape;80;p12"/>
          <p:cNvSpPr txBox="1"/>
          <p:nvPr/>
        </p:nvSpPr>
        <p:spPr>
          <a:xfrm>
            <a:off x="8698677" y="284025"/>
            <a:ext cx="1493100" cy="21540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1400" b="1" i="0" u="none" strike="noStrike" cap="none">
                <a:solidFill>
                  <a:srgbClr val="ABABAB"/>
                </a:solidFill>
                <a:latin typeface="Inter" panose="02000503000000020004"/>
                <a:ea typeface="Inter" panose="02000503000000020004"/>
                <a:cs typeface="Inter" panose="02000503000000020004"/>
                <a:sym typeface="Inter" panose="02000503000000020004"/>
              </a:rPr>
              <a:t>OUR PRODUCTS</a:t>
            </a:r>
            <a:endParaRPr lang="en-US" sz="1400" b="1" i="0" u="none" strike="noStrike" cap="none">
              <a:solidFill>
                <a:srgbClr val="ABABAB"/>
              </a:solidFill>
              <a:latin typeface="Inter" panose="02000503000000020004"/>
              <a:ea typeface="Inter" panose="02000503000000020004"/>
              <a:cs typeface="Inter" panose="02000503000000020004"/>
              <a:sym typeface="Inter" panose="02000503000000020004"/>
            </a:endParaRPr>
          </a:p>
        </p:txBody>
      </p:sp>
      <p:sp>
        <p:nvSpPr>
          <p:cNvPr id="81" name="Google Shape;81;p12"/>
          <p:cNvSpPr txBox="1"/>
          <p:nvPr/>
        </p:nvSpPr>
        <p:spPr>
          <a:xfrm>
            <a:off x="-5866442" y="4676775"/>
            <a:ext cx="30020883" cy="1381125"/>
          </a:xfrm>
          <a:prstGeom prst="rect">
            <a:avLst/>
          </a:prstGeom>
          <a:noFill/>
          <a:ln>
            <a:noFill/>
          </a:ln>
        </p:spPr>
        <p:txBody>
          <a:bodyPr spcFirstLastPara="1" wrap="square" lIns="0" tIns="0" rIns="0" bIns="0" anchor="t" anchorCtr="0">
            <a:spAutoFit/>
          </a:bodyPr>
          <a:lstStyle/>
          <a:p>
            <a:pPr marL="0" marR="0" lvl="0" indent="0" algn="l" rtl="0">
              <a:lnSpc>
                <a:spcPct val="80000"/>
              </a:lnSpc>
              <a:spcBef>
                <a:spcPts val="0"/>
              </a:spcBef>
              <a:spcAft>
                <a:spcPts val="0"/>
              </a:spcAft>
              <a:buNone/>
            </a:pPr>
            <a:r>
              <a:rPr lang="en-US" sz="12000" b="0" i="0" u="none" strike="noStrike" cap="none">
                <a:solidFill>
                  <a:srgbClr val="FFFFFF"/>
                </a:solidFill>
                <a:latin typeface="Inter" panose="02000503000000020004"/>
                <a:ea typeface="Inter" panose="02000503000000020004"/>
                <a:cs typeface="Inter" panose="02000503000000020004"/>
                <a:sym typeface="Inter" panose="02000503000000020004"/>
              </a:rPr>
              <a:t>Introduction   Introduction   Introduction</a:t>
            </a:r>
            <a:endParaRPr lang="en-US" sz="12000" b="0" i="0" u="none" strike="noStrike" cap="none">
              <a:solidFill>
                <a:srgbClr val="FFFFFF"/>
              </a:solidFill>
              <a:latin typeface="Inter" panose="02000503000000020004"/>
              <a:ea typeface="Inter" panose="02000503000000020004"/>
              <a:cs typeface="Inter" panose="02000503000000020004"/>
              <a:sym typeface="Inter" panose="02000503000000020004"/>
            </a:endParaRPr>
          </a:p>
        </p:txBody>
      </p:sp>
      <p:sp>
        <p:nvSpPr>
          <p:cNvPr id="82" name="Google Shape;82;p12"/>
          <p:cNvSpPr txBox="1"/>
          <p:nvPr/>
        </p:nvSpPr>
        <p:spPr>
          <a:xfrm>
            <a:off x="12264614" y="10429875"/>
            <a:ext cx="9989372" cy="1924051"/>
          </a:xfrm>
          <a:prstGeom prst="rect">
            <a:avLst/>
          </a:prstGeom>
          <a:noFill/>
          <a:ln>
            <a:noFill/>
          </a:ln>
        </p:spPr>
        <p:txBody>
          <a:bodyPr spcFirstLastPara="1" wrap="square" lIns="0" tIns="0" rIns="0" bIns="0" anchor="t" anchorCtr="0">
            <a:spAutoFit/>
          </a:bodyPr>
          <a:lstStyle/>
          <a:p>
            <a:pPr marL="0" marR="0" lvl="0" indent="0" algn="l" rtl="0">
              <a:lnSpc>
                <a:spcPct val="90000"/>
              </a:lnSpc>
              <a:spcBef>
                <a:spcPts val="0"/>
              </a:spcBef>
              <a:spcAft>
                <a:spcPts val="0"/>
              </a:spcAft>
              <a:buNone/>
            </a:pPr>
            <a:r>
              <a:rPr lang="en-US" sz="8000" b="0" i="0" u="none" strike="noStrike" cap="none">
                <a:solidFill>
                  <a:srgbClr val="FFFFFF"/>
                </a:solidFill>
                <a:latin typeface="Inter" panose="02000503000000020004"/>
                <a:ea typeface="Inter" panose="02000503000000020004"/>
                <a:cs typeface="Inter" panose="02000503000000020004"/>
                <a:sym typeface="Inter" panose="02000503000000020004"/>
              </a:rPr>
              <a:t>Welcome to Presentation</a:t>
            </a:r>
            <a:endParaRPr lang="en-US" sz="8000" b="0" i="0" u="none" strike="noStrike" cap="none">
              <a:solidFill>
                <a:srgbClr val="FFFFFF"/>
              </a:solidFill>
              <a:latin typeface="Inter" panose="02000503000000020004"/>
              <a:ea typeface="Inter" panose="02000503000000020004"/>
              <a:cs typeface="Inter" panose="02000503000000020004"/>
              <a:sym typeface="Inter" panose="02000503000000020004"/>
            </a:endParaRPr>
          </a:p>
        </p:txBody>
      </p:sp>
    </p:spTree>
  </p:cSld>
  <p:clrMapOvr>
    <a:masterClrMapping/>
  </p:clrMapOvr>
  <p:transition spd="slow">
    <p:fade/>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86" name="Shape 86"/>
        <p:cNvGrpSpPr/>
        <p:nvPr/>
      </p:nvGrpSpPr>
      <p:grpSpPr>
        <a:xfrm>
          <a:off x="0" y="0"/>
          <a:ext cx="0" cy="0"/>
          <a:chOff x="0" y="0"/>
          <a:chExt cx="0" cy="0"/>
        </a:xfrm>
      </p:grpSpPr>
      <p:pic>
        <p:nvPicPr>
          <p:cNvPr id="87" name="Google Shape;87;p13"/>
          <p:cNvPicPr preferRelativeResize="0"/>
          <p:nvPr/>
        </p:nvPicPr>
        <p:blipFill>
          <a:blip r:embed="rId1"/>
          <a:stretch>
            <a:fillRect/>
          </a:stretch>
        </p:blipFill>
        <p:spPr>
          <a:xfrm>
            <a:off x="18" y="0"/>
            <a:ext cx="18288000" cy="10295938"/>
          </a:xfrm>
          <a:prstGeom prst="rect">
            <a:avLst/>
          </a:prstGeom>
          <a:noFill/>
          <a:ln>
            <a:noFill/>
          </a:ln>
        </p:spPr>
      </p:pic>
      <p:pic>
        <p:nvPicPr>
          <p:cNvPr id="88" name="Google Shape;88;p13"/>
          <p:cNvPicPr preferRelativeResize="0"/>
          <p:nvPr/>
        </p:nvPicPr>
        <p:blipFill>
          <a:blip r:embed="rId2"/>
          <a:stretch>
            <a:fillRect/>
          </a:stretch>
        </p:blipFill>
        <p:spPr>
          <a:xfrm>
            <a:off x="10459800" y="-1296512"/>
            <a:ext cx="12857151" cy="12888975"/>
          </a:xfrm>
          <a:prstGeom prst="rect">
            <a:avLst/>
          </a:prstGeom>
          <a:noFill/>
          <a:ln>
            <a:noFill/>
          </a:ln>
        </p:spPr>
      </p:pic>
      <p:pic>
        <p:nvPicPr>
          <p:cNvPr id="89" name="Google Shape;89;p13"/>
          <p:cNvPicPr preferRelativeResize="0"/>
          <p:nvPr/>
        </p:nvPicPr>
        <p:blipFill>
          <a:blip r:embed="rId3"/>
          <a:stretch>
            <a:fillRect/>
          </a:stretch>
        </p:blipFill>
        <p:spPr>
          <a:xfrm>
            <a:off x="10459800" y="731373"/>
            <a:ext cx="8571176" cy="9560102"/>
          </a:xfrm>
          <a:prstGeom prst="rect">
            <a:avLst/>
          </a:prstGeom>
          <a:noFill/>
          <a:ln>
            <a:noFill/>
          </a:ln>
        </p:spPr>
      </p:pic>
      <p:sp>
        <p:nvSpPr>
          <p:cNvPr id="90" name="Google Shape;90;p13"/>
          <p:cNvSpPr txBox="1"/>
          <p:nvPr/>
        </p:nvSpPr>
        <p:spPr>
          <a:xfrm>
            <a:off x="554078" y="4562474"/>
            <a:ext cx="9989400" cy="2216400"/>
          </a:xfrm>
          <a:prstGeom prst="rect">
            <a:avLst/>
          </a:prstGeom>
          <a:noFill/>
          <a:ln>
            <a:noFill/>
          </a:ln>
        </p:spPr>
        <p:txBody>
          <a:bodyPr spcFirstLastPara="1" wrap="square" lIns="0" tIns="0" rIns="0" bIns="0" anchor="t" anchorCtr="0">
            <a:spAutoFit/>
          </a:bodyPr>
          <a:lstStyle/>
          <a:p>
            <a:pPr marL="0" marR="0" lvl="0" indent="0" algn="l" rtl="0">
              <a:lnSpc>
                <a:spcPct val="90000"/>
              </a:lnSpc>
              <a:spcBef>
                <a:spcPts val="0"/>
              </a:spcBef>
              <a:spcAft>
                <a:spcPts val="0"/>
              </a:spcAft>
              <a:buNone/>
            </a:pPr>
            <a:r>
              <a:rPr lang="en-US" sz="8000" b="0" i="0" u="none" strike="noStrike" cap="none">
                <a:solidFill>
                  <a:srgbClr val="FFFFFF"/>
                </a:solidFill>
                <a:latin typeface="Inter" panose="02000503000000020004"/>
                <a:ea typeface="Inter" panose="02000503000000020004"/>
                <a:cs typeface="Inter" panose="02000503000000020004"/>
                <a:sym typeface="Inter" panose="02000503000000020004"/>
              </a:rPr>
              <a:t>Welcome to Presentation</a:t>
            </a:r>
            <a:endParaRPr lang="en-US" sz="8000" b="0" i="0" u="none" strike="noStrike" cap="none">
              <a:solidFill>
                <a:srgbClr val="FFFFFF"/>
              </a:solidFill>
              <a:latin typeface="Inter" panose="02000503000000020004"/>
              <a:ea typeface="Inter" panose="02000503000000020004"/>
              <a:cs typeface="Inter" panose="02000503000000020004"/>
              <a:sym typeface="Inter" panose="02000503000000020004"/>
            </a:endParaRPr>
          </a:p>
        </p:txBody>
      </p:sp>
      <p:sp>
        <p:nvSpPr>
          <p:cNvPr id="91" name="Google Shape;91;p13"/>
          <p:cNvSpPr txBox="1"/>
          <p:nvPr/>
        </p:nvSpPr>
        <p:spPr>
          <a:xfrm>
            <a:off x="554078" y="6830775"/>
            <a:ext cx="9989400" cy="2650500"/>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US" sz="2100" b="0" i="0" u="none" strike="noStrike" cap="none">
                <a:solidFill>
                  <a:srgbClr val="FFFFFF"/>
                </a:solidFill>
                <a:latin typeface="Inter Light" panose="02000503000000020004"/>
                <a:ea typeface="Inter Light" panose="02000503000000020004"/>
                <a:cs typeface="Inter Light" panose="02000503000000020004"/>
                <a:sym typeface="Inter Light" panose="02000503000000020004"/>
              </a:rPr>
              <a:t>I'm Rain, and I'll be sharing with you my beautiful ideas. Follow me at @reallygreatsite to learn more. 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Excepteur sint occaecat cupidatat non proident, sunt in culpa qui officia deserunt mollit an.</a:t>
            </a:r>
            <a:endParaRPr lang="en-US" sz="2100" b="0" i="0" u="none" strike="noStrike" cap="none">
              <a:solidFill>
                <a:srgbClr val="FFFFFF"/>
              </a:solidFill>
              <a:latin typeface="Inter Light" panose="02000503000000020004"/>
              <a:ea typeface="Inter Light" panose="02000503000000020004"/>
              <a:cs typeface="Inter Light" panose="02000503000000020004"/>
              <a:sym typeface="Inter Light" panose="02000503000000020004"/>
            </a:endParaRPr>
          </a:p>
        </p:txBody>
      </p:sp>
      <p:sp>
        <p:nvSpPr>
          <p:cNvPr id="92" name="Google Shape;92;p13"/>
          <p:cNvSpPr txBox="1"/>
          <p:nvPr/>
        </p:nvSpPr>
        <p:spPr>
          <a:xfrm>
            <a:off x="15920351" y="284025"/>
            <a:ext cx="1813500" cy="215400"/>
          </a:xfrm>
          <a:prstGeom prst="rect">
            <a:avLst/>
          </a:prstGeom>
          <a:noFill/>
          <a:ln>
            <a:noFill/>
          </a:ln>
        </p:spPr>
        <p:txBody>
          <a:bodyPr spcFirstLastPara="1" wrap="square" lIns="0" tIns="0" rIns="0" bIns="0" anchor="t" anchorCtr="0">
            <a:spAutoFit/>
          </a:bodyPr>
          <a:lstStyle/>
          <a:p>
            <a:pPr marL="0" marR="0" lvl="0" indent="0" algn="r" rtl="0">
              <a:lnSpc>
                <a:spcPct val="140000"/>
              </a:lnSpc>
              <a:spcBef>
                <a:spcPts val="0"/>
              </a:spcBef>
              <a:spcAft>
                <a:spcPts val="0"/>
              </a:spcAft>
              <a:buNone/>
            </a:pPr>
            <a:r>
              <a:rPr lang="en-US" sz="1400" b="1" i="0" u="none" strike="noStrike" cap="none">
                <a:solidFill>
                  <a:srgbClr val="FFFFFF"/>
                </a:solidFill>
                <a:latin typeface="Inter" panose="02000503000000020004"/>
                <a:ea typeface="Inter" panose="02000503000000020004"/>
                <a:cs typeface="Inter" panose="02000503000000020004"/>
                <a:sym typeface="Inter" panose="02000503000000020004"/>
              </a:rPr>
              <a:t>SLIDESCARNIVAL</a:t>
            </a:r>
            <a:endParaRPr lang="en-US" sz="1400" b="1" i="0" u="none" strike="noStrike" cap="none">
              <a:solidFill>
                <a:srgbClr val="FFFFFF"/>
              </a:solidFill>
              <a:latin typeface="Inter" panose="02000503000000020004"/>
              <a:ea typeface="Inter" panose="02000503000000020004"/>
              <a:cs typeface="Inter" panose="02000503000000020004"/>
              <a:sym typeface="Inter" panose="02000503000000020004"/>
            </a:endParaRPr>
          </a:p>
        </p:txBody>
      </p:sp>
      <p:sp>
        <p:nvSpPr>
          <p:cNvPr id="93" name="Google Shape;93;p13"/>
          <p:cNvSpPr txBox="1"/>
          <p:nvPr/>
        </p:nvSpPr>
        <p:spPr>
          <a:xfrm>
            <a:off x="554075" y="284025"/>
            <a:ext cx="1552500" cy="21540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1400" b="1" i="0" u="none" strike="noStrike" cap="none">
                <a:solidFill>
                  <a:srgbClr val="ABABAB"/>
                </a:solidFill>
                <a:latin typeface="Inter" panose="02000503000000020004"/>
                <a:ea typeface="Inter" panose="02000503000000020004"/>
                <a:cs typeface="Inter" panose="02000503000000020004"/>
                <a:sym typeface="Inter" panose="02000503000000020004"/>
              </a:rPr>
              <a:t>TECH COMPANY</a:t>
            </a:r>
            <a:endParaRPr lang="en-US" sz="1400" b="1" i="0" u="none" strike="noStrike" cap="none">
              <a:solidFill>
                <a:srgbClr val="ABABAB"/>
              </a:solidFill>
              <a:latin typeface="Inter" panose="02000503000000020004"/>
              <a:ea typeface="Inter" panose="02000503000000020004"/>
              <a:cs typeface="Inter" panose="02000503000000020004"/>
              <a:sym typeface="Inter" panose="02000503000000020004"/>
            </a:endParaRPr>
          </a:p>
        </p:txBody>
      </p:sp>
      <p:sp>
        <p:nvSpPr>
          <p:cNvPr id="94" name="Google Shape;94;p13"/>
          <p:cNvSpPr txBox="1"/>
          <p:nvPr/>
        </p:nvSpPr>
        <p:spPr>
          <a:xfrm>
            <a:off x="2932119" y="284025"/>
            <a:ext cx="1045800" cy="21540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1400" b="1" i="0" u="none" strike="noStrike" cap="none">
                <a:solidFill>
                  <a:srgbClr val="ABABAB"/>
                </a:solidFill>
                <a:latin typeface="Inter" panose="02000503000000020004"/>
                <a:ea typeface="Inter" panose="02000503000000020004"/>
                <a:cs typeface="Inter" panose="02000503000000020004"/>
                <a:sym typeface="Inter" panose="02000503000000020004"/>
              </a:rPr>
              <a:t>CONTENTS</a:t>
            </a:r>
            <a:endParaRPr lang="en-US" sz="1400" b="1" i="0" u="none" strike="noStrike" cap="none">
              <a:solidFill>
                <a:srgbClr val="ABABAB"/>
              </a:solidFill>
              <a:latin typeface="Inter" panose="02000503000000020004"/>
              <a:ea typeface="Inter" panose="02000503000000020004"/>
              <a:cs typeface="Inter" panose="02000503000000020004"/>
              <a:sym typeface="Inter" panose="02000503000000020004"/>
            </a:endParaRPr>
          </a:p>
        </p:txBody>
      </p:sp>
      <p:sp>
        <p:nvSpPr>
          <p:cNvPr id="95" name="Google Shape;95;p13"/>
          <p:cNvSpPr txBox="1"/>
          <p:nvPr/>
        </p:nvSpPr>
        <p:spPr>
          <a:xfrm>
            <a:off x="4731373" y="284025"/>
            <a:ext cx="1454100" cy="21540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1400" b="1" i="0" u="none" strike="noStrike" cap="none">
                <a:solidFill>
                  <a:srgbClr val="FFFFFF"/>
                </a:solidFill>
                <a:latin typeface="Inter" panose="02000503000000020004"/>
                <a:ea typeface="Inter" panose="02000503000000020004"/>
                <a:cs typeface="Inter" panose="02000503000000020004"/>
                <a:sym typeface="Inter" panose="02000503000000020004"/>
              </a:rPr>
              <a:t>INTRODUCTION</a:t>
            </a:r>
            <a:endParaRPr lang="en-US" sz="1400" b="1" i="0" u="none" strike="noStrike" cap="none">
              <a:solidFill>
                <a:srgbClr val="FFFFFF"/>
              </a:solidFill>
              <a:latin typeface="Inter" panose="02000503000000020004"/>
              <a:ea typeface="Inter" panose="02000503000000020004"/>
              <a:cs typeface="Inter" panose="02000503000000020004"/>
              <a:sym typeface="Inter" panose="02000503000000020004"/>
            </a:endParaRPr>
          </a:p>
        </p:txBody>
      </p:sp>
      <p:sp>
        <p:nvSpPr>
          <p:cNvPr id="96" name="Google Shape;96;p13"/>
          <p:cNvSpPr txBox="1"/>
          <p:nvPr/>
        </p:nvSpPr>
        <p:spPr>
          <a:xfrm>
            <a:off x="6997015" y="284025"/>
            <a:ext cx="970500" cy="21540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1400" b="1" i="0" u="none" strike="noStrike" cap="none">
                <a:solidFill>
                  <a:srgbClr val="ABABAB"/>
                </a:solidFill>
                <a:latin typeface="Inter" panose="02000503000000020004"/>
                <a:ea typeface="Inter" panose="02000503000000020004"/>
                <a:cs typeface="Inter" panose="02000503000000020004"/>
                <a:sym typeface="Inter" panose="02000503000000020004"/>
              </a:rPr>
              <a:t>ABOUT US</a:t>
            </a:r>
            <a:endParaRPr lang="en-US" sz="1400" b="1" i="0" u="none" strike="noStrike" cap="none">
              <a:solidFill>
                <a:srgbClr val="ABABAB"/>
              </a:solidFill>
              <a:latin typeface="Inter" panose="02000503000000020004"/>
              <a:ea typeface="Inter" panose="02000503000000020004"/>
              <a:cs typeface="Inter" panose="02000503000000020004"/>
              <a:sym typeface="Inter" panose="02000503000000020004"/>
            </a:endParaRPr>
          </a:p>
        </p:txBody>
      </p:sp>
      <p:sp>
        <p:nvSpPr>
          <p:cNvPr id="97" name="Google Shape;97;p13"/>
          <p:cNvSpPr txBox="1"/>
          <p:nvPr/>
        </p:nvSpPr>
        <p:spPr>
          <a:xfrm>
            <a:off x="8710171" y="284025"/>
            <a:ext cx="1495200" cy="21540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1400" b="1" i="0" u="none" strike="noStrike" cap="none">
                <a:solidFill>
                  <a:srgbClr val="ABABAB"/>
                </a:solidFill>
                <a:latin typeface="Inter" panose="02000503000000020004"/>
                <a:ea typeface="Inter" panose="02000503000000020004"/>
                <a:cs typeface="Inter" panose="02000503000000020004"/>
                <a:sym typeface="Inter" panose="02000503000000020004"/>
              </a:rPr>
              <a:t>OUR PRODUCTS</a:t>
            </a:r>
            <a:endParaRPr lang="en-US" sz="1400" b="1" i="0" u="none" strike="noStrike" cap="none">
              <a:solidFill>
                <a:srgbClr val="ABABAB"/>
              </a:solidFill>
              <a:latin typeface="Inter" panose="02000503000000020004"/>
              <a:ea typeface="Inter" panose="02000503000000020004"/>
              <a:cs typeface="Inter" panose="02000503000000020004"/>
              <a:sym typeface="Inter" panose="02000503000000020004"/>
            </a:endParaRPr>
          </a:p>
        </p:txBody>
      </p:sp>
    </p:spTree>
  </p:cSld>
  <p:clrMapOvr>
    <a:masterClrMapping/>
  </p:clrMapOvr>
  <p:transition spd="slow">
    <p:fade/>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01" name="Shape 101"/>
        <p:cNvGrpSpPr/>
        <p:nvPr/>
      </p:nvGrpSpPr>
      <p:grpSpPr>
        <a:xfrm>
          <a:off x="0" y="0"/>
          <a:ext cx="0" cy="0"/>
          <a:chOff x="0" y="0"/>
          <a:chExt cx="0" cy="0"/>
        </a:xfrm>
      </p:grpSpPr>
      <p:pic>
        <p:nvPicPr>
          <p:cNvPr id="102" name="Google Shape;102;p14"/>
          <p:cNvPicPr preferRelativeResize="0"/>
          <p:nvPr/>
        </p:nvPicPr>
        <p:blipFill>
          <a:blip r:embed="rId1"/>
          <a:stretch>
            <a:fillRect/>
          </a:stretch>
        </p:blipFill>
        <p:spPr>
          <a:xfrm>
            <a:off x="18" y="0"/>
            <a:ext cx="18288000" cy="10295938"/>
          </a:xfrm>
          <a:prstGeom prst="rect">
            <a:avLst/>
          </a:prstGeom>
          <a:noFill/>
          <a:ln>
            <a:noFill/>
          </a:ln>
        </p:spPr>
      </p:pic>
      <p:pic>
        <p:nvPicPr>
          <p:cNvPr id="103" name="Google Shape;103;p14"/>
          <p:cNvPicPr preferRelativeResize="0"/>
          <p:nvPr/>
        </p:nvPicPr>
        <p:blipFill>
          <a:blip r:embed="rId2"/>
          <a:stretch>
            <a:fillRect/>
          </a:stretch>
        </p:blipFill>
        <p:spPr>
          <a:xfrm>
            <a:off x="-6865675" y="-1296512"/>
            <a:ext cx="12857151" cy="12888975"/>
          </a:xfrm>
          <a:prstGeom prst="rect">
            <a:avLst/>
          </a:prstGeom>
          <a:noFill/>
          <a:ln>
            <a:noFill/>
          </a:ln>
        </p:spPr>
      </p:pic>
      <p:sp>
        <p:nvSpPr>
          <p:cNvPr id="104" name="Google Shape;104;p14"/>
          <p:cNvSpPr txBox="1"/>
          <p:nvPr/>
        </p:nvSpPr>
        <p:spPr>
          <a:xfrm>
            <a:off x="554078" y="3371850"/>
            <a:ext cx="9702085" cy="3752851"/>
          </a:xfrm>
          <a:prstGeom prst="rect">
            <a:avLst/>
          </a:prstGeom>
          <a:noFill/>
          <a:ln>
            <a:noFill/>
          </a:ln>
        </p:spPr>
        <p:txBody>
          <a:bodyPr spcFirstLastPara="1" wrap="square" lIns="0" tIns="0" rIns="0" bIns="0" anchor="t" anchorCtr="0">
            <a:spAutoFit/>
          </a:bodyPr>
          <a:lstStyle/>
          <a:p>
            <a:pPr marL="0" marR="0" lvl="0" indent="0" algn="l" rtl="0">
              <a:lnSpc>
                <a:spcPct val="90000"/>
              </a:lnSpc>
              <a:spcBef>
                <a:spcPts val="0"/>
              </a:spcBef>
              <a:spcAft>
                <a:spcPts val="0"/>
              </a:spcAft>
              <a:buNone/>
            </a:pPr>
            <a:r>
              <a:rPr lang="en-US" sz="8000" b="0" i="0" u="none" strike="noStrike" cap="none">
                <a:solidFill>
                  <a:srgbClr val="FFFFFF"/>
                </a:solidFill>
                <a:latin typeface="Inter" panose="02000503000000020004"/>
                <a:ea typeface="Inter" panose="02000503000000020004"/>
                <a:cs typeface="Inter" panose="02000503000000020004"/>
                <a:sym typeface="Inter" panose="02000503000000020004"/>
              </a:rPr>
              <a:t>Our company was created with the vision to be the best in the industry.</a:t>
            </a:r>
            <a:endParaRPr lang="en-US" sz="8000" b="0" i="0" u="none" strike="noStrike" cap="none">
              <a:solidFill>
                <a:srgbClr val="FFFFFF"/>
              </a:solidFill>
              <a:latin typeface="Inter" panose="02000503000000020004"/>
              <a:ea typeface="Inter" panose="02000503000000020004"/>
              <a:cs typeface="Inter" panose="02000503000000020004"/>
              <a:sym typeface="Inter" panose="02000503000000020004"/>
            </a:endParaRPr>
          </a:p>
        </p:txBody>
      </p:sp>
      <p:sp>
        <p:nvSpPr>
          <p:cNvPr id="105" name="Google Shape;105;p14"/>
          <p:cNvSpPr txBox="1"/>
          <p:nvPr/>
        </p:nvSpPr>
        <p:spPr>
          <a:xfrm>
            <a:off x="15843251" y="284025"/>
            <a:ext cx="1890600" cy="215400"/>
          </a:xfrm>
          <a:prstGeom prst="rect">
            <a:avLst/>
          </a:prstGeom>
          <a:noFill/>
          <a:ln>
            <a:noFill/>
          </a:ln>
        </p:spPr>
        <p:txBody>
          <a:bodyPr spcFirstLastPara="1" wrap="square" lIns="0" tIns="0" rIns="0" bIns="0" anchor="t" anchorCtr="0">
            <a:spAutoFit/>
          </a:bodyPr>
          <a:lstStyle/>
          <a:p>
            <a:pPr marL="0" marR="0" lvl="0" indent="0" algn="r" rtl="0">
              <a:lnSpc>
                <a:spcPct val="140000"/>
              </a:lnSpc>
              <a:spcBef>
                <a:spcPts val="0"/>
              </a:spcBef>
              <a:spcAft>
                <a:spcPts val="0"/>
              </a:spcAft>
              <a:buNone/>
            </a:pPr>
            <a:r>
              <a:rPr lang="en-US" sz="1400" b="1" i="0" u="none" strike="noStrike" cap="none">
                <a:solidFill>
                  <a:srgbClr val="FFFFFF"/>
                </a:solidFill>
                <a:latin typeface="Inter" panose="02000503000000020004"/>
                <a:ea typeface="Inter" panose="02000503000000020004"/>
                <a:cs typeface="Inter" panose="02000503000000020004"/>
                <a:sym typeface="Inter" panose="02000503000000020004"/>
              </a:rPr>
              <a:t>SLIDESCARNIVAL</a:t>
            </a:r>
            <a:endParaRPr lang="en-US" sz="1400" b="1" i="0" u="none" strike="noStrike" cap="none">
              <a:solidFill>
                <a:srgbClr val="FFFFFF"/>
              </a:solidFill>
              <a:latin typeface="Inter" panose="02000503000000020004"/>
              <a:ea typeface="Inter" panose="02000503000000020004"/>
              <a:cs typeface="Inter" panose="02000503000000020004"/>
              <a:sym typeface="Inter" panose="02000503000000020004"/>
            </a:endParaRPr>
          </a:p>
        </p:txBody>
      </p:sp>
      <p:sp>
        <p:nvSpPr>
          <p:cNvPr id="106" name="Google Shape;106;p14"/>
          <p:cNvSpPr txBox="1"/>
          <p:nvPr/>
        </p:nvSpPr>
        <p:spPr>
          <a:xfrm>
            <a:off x="554075" y="284025"/>
            <a:ext cx="1560600" cy="21540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1400" b="1" i="0" u="none" strike="noStrike" cap="none">
                <a:solidFill>
                  <a:srgbClr val="ABABAB"/>
                </a:solidFill>
                <a:latin typeface="Inter" panose="02000503000000020004"/>
                <a:ea typeface="Inter" panose="02000503000000020004"/>
                <a:cs typeface="Inter" panose="02000503000000020004"/>
                <a:sym typeface="Inter" panose="02000503000000020004"/>
              </a:rPr>
              <a:t>TECH COMPANY</a:t>
            </a:r>
            <a:endParaRPr lang="en-US" sz="1400" b="1" i="0" u="none" strike="noStrike" cap="none">
              <a:solidFill>
                <a:srgbClr val="ABABAB"/>
              </a:solidFill>
              <a:latin typeface="Inter" panose="02000503000000020004"/>
              <a:ea typeface="Inter" panose="02000503000000020004"/>
              <a:cs typeface="Inter" panose="02000503000000020004"/>
              <a:sym typeface="Inter" panose="02000503000000020004"/>
            </a:endParaRPr>
          </a:p>
        </p:txBody>
      </p:sp>
      <p:sp>
        <p:nvSpPr>
          <p:cNvPr id="107" name="Google Shape;107;p14"/>
          <p:cNvSpPr txBox="1"/>
          <p:nvPr/>
        </p:nvSpPr>
        <p:spPr>
          <a:xfrm>
            <a:off x="2944643" y="284025"/>
            <a:ext cx="1051500" cy="21540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1400" b="1" i="0" u="none" strike="noStrike" cap="none">
                <a:solidFill>
                  <a:srgbClr val="ABABAB"/>
                </a:solidFill>
                <a:latin typeface="Inter" panose="02000503000000020004"/>
                <a:ea typeface="Inter" panose="02000503000000020004"/>
                <a:cs typeface="Inter" panose="02000503000000020004"/>
                <a:sym typeface="Inter" panose="02000503000000020004"/>
              </a:rPr>
              <a:t>CONTENTS</a:t>
            </a:r>
            <a:endParaRPr lang="en-US" sz="1400" b="1" i="0" u="none" strike="noStrike" cap="none">
              <a:solidFill>
                <a:srgbClr val="ABABAB"/>
              </a:solidFill>
              <a:latin typeface="Inter" panose="02000503000000020004"/>
              <a:ea typeface="Inter" panose="02000503000000020004"/>
              <a:cs typeface="Inter" panose="02000503000000020004"/>
              <a:sym typeface="Inter" panose="02000503000000020004"/>
            </a:endParaRPr>
          </a:p>
        </p:txBody>
      </p:sp>
      <p:sp>
        <p:nvSpPr>
          <p:cNvPr id="108" name="Google Shape;108;p14"/>
          <p:cNvSpPr txBox="1"/>
          <p:nvPr/>
        </p:nvSpPr>
        <p:spPr>
          <a:xfrm>
            <a:off x="4753371" y="284025"/>
            <a:ext cx="1461600" cy="21540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1400" b="1" i="0" u="none" strike="noStrike" cap="none">
                <a:solidFill>
                  <a:srgbClr val="FFFFFF"/>
                </a:solidFill>
                <a:latin typeface="Inter" panose="02000503000000020004"/>
                <a:ea typeface="Inter" panose="02000503000000020004"/>
                <a:cs typeface="Inter" panose="02000503000000020004"/>
                <a:sym typeface="Inter" panose="02000503000000020004"/>
              </a:rPr>
              <a:t>INTRODUCTION</a:t>
            </a:r>
            <a:endParaRPr lang="en-US" sz="1400" b="1" i="0" u="none" strike="noStrike" cap="none">
              <a:solidFill>
                <a:srgbClr val="FFFFFF"/>
              </a:solidFill>
              <a:latin typeface="Inter" panose="02000503000000020004"/>
              <a:ea typeface="Inter" panose="02000503000000020004"/>
              <a:cs typeface="Inter" panose="02000503000000020004"/>
              <a:sym typeface="Inter" panose="02000503000000020004"/>
            </a:endParaRPr>
          </a:p>
        </p:txBody>
      </p:sp>
      <p:sp>
        <p:nvSpPr>
          <p:cNvPr id="109" name="Google Shape;109;p14"/>
          <p:cNvSpPr txBox="1"/>
          <p:nvPr/>
        </p:nvSpPr>
        <p:spPr>
          <a:xfrm>
            <a:off x="7030944" y="284025"/>
            <a:ext cx="975600" cy="21540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1400" b="1" i="0" u="none" strike="noStrike" cap="none">
                <a:solidFill>
                  <a:srgbClr val="ABABAB"/>
                </a:solidFill>
                <a:latin typeface="Inter" panose="02000503000000020004"/>
                <a:ea typeface="Inter" panose="02000503000000020004"/>
                <a:cs typeface="Inter" panose="02000503000000020004"/>
                <a:sym typeface="Inter" panose="02000503000000020004"/>
              </a:rPr>
              <a:t>ABOUT US</a:t>
            </a:r>
            <a:endParaRPr lang="en-US" sz="1400" b="1" i="0" u="none" strike="noStrike" cap="none">
              <a:solidFill>
                <a:srgbClr val="ABABAB"/>
              </a:solidFill>
              <a:latin typeface="Inter" panose="02000503000000020004"/>
              <a:ea typeface="Inter" panose="02000503000000020004"/>
              <a:cs typeface="Inter" panose="02000503000000020004"/>
              <a:sym typeface="Inter" panose="02000503000000020004"/>
            </a:endParaRPr>
          </a:p>
        </p:txBody>
      </p:sp>
      <p:sp>
        <p:nvSpPr>
          <p:cNvPr id="110" name="Google Shape;110;p14"/>
          <p:cNvSpPr txBox="1"/>
          <p:nvPr/>
        </p:nvSpPr>
        <p:spPr>
          <a:xfrm>
            <a:off x="8753122" y="284025"/>
            <a:ext cx="1503000" cy="21540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1400" b="1" i="0" u="none" strike="noStrike" cap="none">
                <a:solidFill>
                  <a:srgbClr val="ABABAB"/>
                </a:solidFill>
                <a:latin typeface="Inter" panose="02000503000000020004"/>
                <a:ea typeface="Inter" panose="02000503000000020004"/>
                <a:cs typeface="Inter" panose="02000503000000020004"/>
                <a:sym typeface="Inter" panose="02000503000000020004"/>
              </a:rPr>
              <a:t>OUR PRODUCTS</a:t>
            </a:r>
            <a:endParaRPr lang="en-US" sz="1400" b="1" i="0" u="none" strike="noStrike" cap="none">
              <a:solidFill>
                <a:srgbClr val="ABABAB"/>
              </a:solidFill>
              <a:latin typeface="Inter" panose="02000503000000020004"/>
              <a:ea typeface="Inter" panose="02000503000000020004"/>
              <a:cs typeface="Inter" panose="02000503000000020004"/>
              <a:sym typeface="Inter" panose="02000503000000020004"/>
            </a:endParaRPr>
          </a:p>
        </p:txBody>
      </p:sp>
      <p:grpSp>
        <p:nvGrpSpPr>
          <p:cNvPr id="111" name="Google Shape;111;p14"/>
          <p:cNvGrpSpPr/>
          <p:nvPr/>
        </p:nvGrpSpPr>
        <p:grpSpPr>
          <a:xfrm>
            <a:off x="11852289" y="1624086"/>
            <a:ext cx="5881633" cy="1991201"/>
            <a:chOff x="0" y="85725"/>
            <a:chExt cx="7842177" cy="2654935"/>
          </a:xfrm>
        </p:grpSpPr>
        <p:sp>
          <p:nvSpPr>
            <p:cNvPr id="112" name="Google Shape;112;p14"/>
            <p:cNvSpPr txBox="1"/>
            <p:nvPr/>
          </p:nvSpPr>
          <p:spPr>
            <a:xfrm>
              <a:off x="0" y="85725"/>
              <a:ext cx="7842177" cy="559435"/>
            </a:xfrm>
            <a:prstGeom prst="rect">
              <a:avLst/>
            </a:prstGeom>
            <a:noFill/>
            <a:ln>
              <a:noFill/>
            </a:ln>
          </p:spPr>
          <p:txBody>
            <a:bodyPr spcFirstLastPara="1" wrap="square" lIns="0" tIns="0" rIns="0" bIns="0" anchor="t" anchorCtr="0">
              <a:spAutoFit/>
            </a:bodyPr>
            <a:lstStyle/>
            <a:p>
              <a:pPr marL="0" marR="0" lvl="0" indent="0" algn="l" rtl="0">
                <a:lnSpc>
                  <a:spcPct val="90000"/>
                </a:lnSpc>
                <a:spcBef>
                  <a:spcPts val="0"/>
                </a:spcBef>
                <a:spcAft>
                  <a:spcPts val="0"/>
                </a:spcAft>
                <a:buNone/>
              </a:pPr>
              <a:r>
                <a:rPr lang="en-US" sz="3200" b="0" i="0" u="none" strike="noStrike" cap="none">
                  <a:solidFill>
                    <a:srgbClr val="FFFFFF"/>
                  </a:solidFill>
                  <a:latin typeface="Inter" panose="02000503000000020004"/>
                  <a:ea typeface="Inter" panose="02000503000000020004"/>
                  <a:cs typeface="Inter" panose="02000503000000020004"/>
                  <a:sym typeface="Inter" panose="02000503000000020004"/>
                </a:rPr>
                <a:t>Who we are?</a:t>
              </a:r>
              <a:endParaRPr lang="en-US" sz="3200" b="0" i="0" u="none" strike="noStrike" cap="none">
                <a:solidFill>
                  <a:srgbClr val="FFFFFF"/>
                </a:solidFill>
                <a:latin typeface="Inter" panose="02000503000000020004"/>
                <a:ea typeface="Inter" panose="02000503000000020004"/>
                <a:cs typeface="Inter" panose="02000503000000020004"/>
                <a:sym typeface="Inter" panose="02000503000000020004"/>
              </a:endParaRPr>
            </a:p>
          </p:txBody>
        </p:sp>
        <p:sp>
          <p:nvSpPr>
            <p:cNvPr id="113" name="Google Shape;113;p14"/>
            <p:cNvSpPr txBox="1"/>
            <p:nvPr/>
          </p:nvSpPr>
          <p:spPr>
            <a:xfrm>
              <a:off x="0" y="635635"/>
              <a:ext cx="7842177" cy="2105025"/>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US" sz="2100" b="0" i="0" u="none" strike="noStrike" cap="none">
                  <a:solidFill>
                    <a:srgbClr val="FFFFFF"/>
                  </a:solidFill>
                  <a:latin typeface="Inter Light" panose="02000503000000020004"/>
                  <a:ea typeface="Inter Light" panose="02000503000000020004"/>
                  <a:cs typeface="Inter Light" panose="02000503000000020004"/>
                  <a:sym typeface="Inter Light" panose="02000503000000020004"/>
                </a:rPr>
                <a:t>Elaborate on your topic here. Lorem ipsum dolor sit amet, consectetur adipiscing elit, sed do eiusmod tempor incididunt ut labore et dolore magna aliqua. A diam maecenas sed enim ut sem viverra aliquet eget.</a:t>
              </a:r>
              <a:endParaRPr lang="en-US" sz="2100" b="0" i="0" u="none" strike="noStrike" cap="none">
                <a:solidFill>
                  <a:srgbClr val="FFFFFF"/>
                </a:solidFill>
                <a:latin typeface="Inter Light" panose="02000503000000020004"/>
                <a:ea typeface="Inter Light" panose="02000503000000020004"/>
                <a:cs typeface="Inter Light" panose="02000503000000020004"/>
                <a:sym typeface="Inter Light" panose="02000503000000020004"/>
              </a:endParaRPr>
            </a:p>
          </p:txBody>
        </p:sp>
      </p:grpSp>
      <p:grpSp>
        <p:nvGrpSpPr>
          <p:cNvPr id="114" name="Google Shape;114;p14"/>
          <p:cNvGrpSpPr/>
          <p:nvPr/>
        </p:nvGrpSpPr>
        <p:grpSpPr>
          <a:xfrm>
            <a:off x="11852289" y="4337209"/>
            <a:ext cx="5881633" cy="1991201"/>
            <a:chOff x="0" y="85725"/>
            <a:chExt cx="7842177" cy="2654935"/>
          </a:xfrm>
        </p:grpSpPr>
        <p:sp>
          <p:nvSpPr>
            <p:cNvPr id="115" name="Google Shape;115;p14"/>
            <p:cNvSpPr txBox="1"/>
            <p:nvPr/>
          </p:nvSpPr>
          <p:spPr>
            <a:xfrm>
              <a:off x="0" y="85725"/>
              <a:ext cx="7842177" cy="559435"/>
            </a:xfrm>
            <a:prstGeom prst="rect">
              <a:avLst/>
            </a:prstGeom>
            <a:noFill/>
            <a:ln>
              <a:noFill/>
            </a:ln>
          </p:spPr>
          <p:txBody>
            <a:bodyPr spcFirstLastPara="1" wrap="square" lIns="0" tIns="0" rIns="0" bIns="0" anchor="t" anchorCtr="0">
              <a:spAutoFit/>
            </a:bodyPr>
            <a:lstStyle/>
            <a:p>
              <a:pPr marL="0" marR="0" lvl="0" indent="0" algn="l" rtl="0">
                <a:lnSpc>
                  <a:spcPct val="90000"/>
                </a:lnSpc>
                <a:spcBef>
                  <a:spcPts val="0"/>
                </a:spcBef>
                <a:spcAft>
                  <a:spcPts val="0"/>
                </a:spcAft>
                <a:buNone/>
              </a:pPr>
              <a:r>
                <a:rPr lang="en-US" sz="3200" b="0" i="0" u="none" strike="noStrike" cap="none">
                  <a:solidFill>
                    <a:srgbClr val="FFFFFF"/>
                  </a:solidFill>
                  <a:latin typeface="Inter" panose="02000503000000020004"/>
                  <a:ea typeface="Inter" panose="02000503000000020004"/>
                  <a:cs typeface="Inter" panose="02000503000000020004"/>
                  <a:sym typeface="Inter" panose="02000503000000020004"/>
                </a:rPr>
                <a:t>What we do?</a:t>
              </a:r>
              <a:endParaRPr lang="en-US" sz="3200" b="0" i="0" u="none" strike="noStrike" cap="none">
                <a:solidFill>
                  <a:srgbClr val="FFFFFF"/>
                </a:solidFill>
                <a:latin typeface="Inter" panose="02000503000000020004"/>
                <a:ea typeface="Inter" panose="02000503000000020004"/>
                <a:cs typeface="Inter" panose="02000503000000020004"/>
                <a:sym typeface="Inter" panose="02000503000000020004"/>
              </a:endParaRPr>
            </a:p>
          </p:txBody>
        </p:sp>
        <p:sp>
          <p:nvSpPr>
            <p:cNvPr id="116" name="Google Shape;116;p14"/>
            <p:cNvSpPr txBox="1"/>
            <p:nvPr/>
          </p:nvSpPr>
          <p:spPr>
            <a:xfrm>
              <a:off x="0" y="635635"/>
              <a:ext cx="7842177" cy="2105025"/>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US" sz="2100" b="0" i="0" u="none" strike="noStrike" cap="none">
                  <a:solidFill>
                    <a:srgbClr val="FFFFFF"/>
                  </a:solidFill>
                  <a:latin typeface="Inter Light" panose="02000503000000020004"/>
                  <a:ea typeface="Inter Light" panose="02000503000000020004"/>
                  <a:cs typeface="Inter Light" panose="02000503000000020004"/>
                  <a:sym typeface="Inter Light" panose="02000503000000020004"/>
                </a:rPr>
                <a:t>Elaborate on your topic here. Lorem ipsum dolor sit amet, consectetur adipiscing elit, sed do eiusmod tempor incididunt ut labore et dolore magna aliqua. A diam maecenas sed enim ut sem viverra aliquet eget.</a:t>
              </a:r>
              <a:endParaRPr lang="en-US" sz="2100" b="0" i="0" u="none" strike="noStrike" cap="none">
                <a:solidFill>
                  <a:srgbClr val="FFFFFF"/>
                </a:solidFill>
                <a:latin typeface="Inter Light" panose="02000503000000020004"/>
                <a:ea typeface="Inter Light" panose="02000503000000020004"/>
                <a:cs typeface="Inter Light" panose="02000503000000020004"/>
                <a:sym typeface="Inter Light" panose="02000503000000020004"/>
              </a:endParaRPr>
            </a:p>
          </p:txBody>
        </p:sp>
      </p:grpSp>
      <p:grpSp>
        <p:nvGrpSpPr>
          <p:cNvPr id="117" name="Google Shape;117;p14"/>
          <p:cNvGrpSpPr/>
          <p:nvPr/>
        </p:nvGrpSpPr>
        <p:grpSpPr>
          <a:xfrm>
            <a:off x="11852289" y="7049929"/>
            <a:ext cx="5881633" cy="1991201"/>
            <a:chOff x="0" y="85725"/>
            <a:chExt cx="7842177" cy="2654935"/>
          </a:xfrm>
        </p:grpSpPr>
        <p:sp>
          <p:nvSpPr>
            <p:cNvPr id="118" name="Google Shape;118;p14"/>
            <p:cNvSpPr txBox="1"/>
            <p:nvPr/>
          </p:nvSpPr>
          <p:spPr>
            <a:xfrm>
              <a:off x="0" y="85725"/>
              <a:ext cx="7842177" cy="559435"/>
            </a:xfrm>
            <a:prstGeom prst="rect">
              <a:avLst/>
            </a:prstGeom>
            <a:noFill/>
            <a:ln>
              <a:noFill/>
            </a:ln>
          </p:spPr>
          <p:txBody>
            <a:bodyPr spcFirstLastPara="1" wrap="square" lIns="0" tIns="0" rIns="0" bIns="0" anchor="t" anchorCtr="0">
              <a:spAutoFit/>
            </a:bodyPr>
            <a:lstStyle/>
            <a:p>
              <a:pPr marL="0" marR="0" lvl="0" indent="0" algn="l" rtl="0">
                <a:lnSpc>
                  <a:spcPct val="90000"/>
                </a:lnSpc>
                <a:spcBef>
                  <a:spcPts val="0"/>
                </a:spcBef>
                <a:spcAft>
                  <a:spcPts val="0"/>
                </a:spcAft>
                <a:buNone/>
              </a:pPr>
              <a:r>
                <a:rPr lang="en-US" sz="3200" b="0" i="0" u="none" strike="noStrike" cap="none">
                  <a:solidFill>
                    <a:srgbClr val="FFFFFF"/>
                  </a:solidFill>
                  <a:latin typeface="Inter" panose="02000503000000020004"/>
                  <a:ea typeface="Inter" panose="02000503000000020004"/>
                  <a:cs typeface="Inter" panose="02000503000000020004"/>
                  <a:sym typeface="Inter" panose="02000503000000020004"/>
                </a:rPr>
                <a:t>Why we do?</a:t>
              </a:r>
              <a:endParaRPr lang="en-US" sz="3200" b="0" i="0" u="none" strike="noStrike" cap="none">
                <a:solidFill>
                  <a:srgbClr val="FFFFFF"/>
                </a:solidFill>
                <a:latin typeface="Inter" panose="02000503000000020004"/>
                <a:ea typeface="Inter" panose="02000503000000020004"/>
                <a:cs typeface="Inter" panose="02000503000000020004"/>
                <a:sym typeface="Inter" panose="02000503000000020004"/>
              </a:endParaRPr>
            </a:p>
          </p:txBody>
        </p:sp>
        <p:sp>
          <p:nvSpPr>
            <p:cNvPr id="119" name="Google Shape;119;p14"/>
            <p:cNvSpPr txBox="1"/>
            <p:nvPr/>
          </p:nvSpPr>
          <p:spPr>
            <a:xfrm>
              <a:off x="0" y="635635"/>
              <a:ext cx="7842177" cy="2105025"/>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US" sz="2100" b="0" i="0" u="none" strike="noStrike" cap="none">
                  <a:solidFill>
                    <a:srgbClr val="FFFFFF"/>
                  </a:solidFill>
                  <a:latin typeface="Inter Light" panose="02000503000000020004"/>
                  <a:ea typeface="Inter Light" panose="02000503000000020004"/>
                  <a:cs typeface="Inter Light" panose="02000503000000020004"/>
                  <a:sym typeface="Inter Light" panose="02000503000000020004"/>
                </a:rPr>
                <a:t>Elaborate on your topic here. Lorem ipsum dolor sit amet, consectetur adipiscing elit, sed do eiusmod tempor incididunt ut labore et dolore magna aliqua. A diam maecenas sed enim ut sem viverra aliquet eget.</a:t>
              </a:r>
              <a:endParaRPr lang="en-US" sz="2100" b="0" i="0" u="none" strike="noStrike" cap="none">
                <a:solidFill>
                  <a:srgbClr val="FFFFFF"/>
                </a:solidFill>
                <a:latin typeface="Inter Light" panose="02000503000000020004"/>
                <a:ea typeface="Inter Light" panose="02000503000000020004"/>
                <a:cs typeface="Inter Light" panose="02000503000000020004"/>
                <a:sym typeface="Inter Light" panose="02000503000000020004"/>
              </a:endParaRPr>
            </a:p>
          </p:txBody>
        </p:sp>
      </p:grpSp>
    </p:spTree>
  </p:cSld>
  <p:clrMapOvr>
    <a:masterClrMapping/>
  </p:clrMapOvr>
  <p:transition spd="slow">
    <p:fade/>
  </p:transition>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23" name="Shape 123"/>
        <p:cNvGrpSpPr/>
        <p:nvPr/>
      </p:nvGrpSpPr>
      <p:grpSpPr>
        <a:xfrm>
          <a:off x="0" y="0"/>
          <a:ext cx="0" cy="0"/>
          <a:chOff x="0" y="0"/>
          <a:chExt cx="0" cy="0"/>
        </a:xfrm>
      </p:grpSpPr>
      <p:pic>
        <p:nvPicPr>
          <p:cNvPr id="124" name="Google Shape;124;p15"/>
          <p:cNvPicPr preferRelativeResize="0"/>
          <p:nvPr/>
        </p:nvPicPr>
        <p:blipFill>
          <a:blip r:embed="rId1"/>
          <a:stretch>
            <a:fillRect/>
          </a:stretch>
        </p:blipFill>
        <p:spPr>
          <a:xfrm>
            <a:off x="18" y="0"/>
            <a:ext cx="18288000" cy="10295938"/>
          </a:xfrm>
          <a:prstGeom prst="rect">
            <a:avLst/>
          </a:prstGeom>
          <a:noFill/>
          <a:ln>
            <a:noFill/>
          </a:ln>
        </p:spPr>
      </p:pic>
      <p:pic>
        <p:nvPicPr>
          <p:cNvPr id="125" name="Google Shape;125;p15"/>
          <p:cNvPicPr preferRelativeResize="0"/>
          <p:nvPr/>
        </p:nvPicPr>
        <p:blipFill>
          <a:blip r:embed="rId2"/>
          <a:stretch>
            <a:fillRect/>
          </a:stretch>
        </p:blipFill>
        <p:spPr>
          <a:xfrm>
            <a:off x="4013225" y="0"/>
            <a:ext cx="10261600" cy="10287000"/>
          </a:xfrm>
          <a:prstGeom prst="rect">
            <a:avLst/>
          </a:prstGeom>
          <a:noFill/>
          <a:ln>
            <a:noFill/>
          </a:ln>
        </p:spPr>
      </p:pic>
      <p:sp>
        <p:nvSpPr>
          <p:cNvPr id="126" name="Google Shape;126;p15"/>
          <p:cNvSpPr txBox="1"/>
          <p:nvPr/>
        </p:nvSpPr>
        <p:spPr>
          <a:xfrm>
            <a:off x="15684501" y="284025"/>
            <a:ext cx="2049300" cy="215400"/>
          </a:xfrm>
          <a:prstGeom prst="rect">
            <a:avLst/>
          </a:prstGeom>
          <a:noFill/>
          <a:ln>
            <a:noFill/>
          </a:ln>
        </p:spPr>
        <p:txBody>
          <a:bodyPr spcFirstLastPara="1" wrap="square" lIns="0" tIns="0" rIns="0" bIns="0" anchor="t" anchorCtr="0">
            <a:spAutoFit/>
          </a:bodyPr>
          <a:lstStyle/>
          <a:p>
            <a:pPr marL="0" marR="0" lvl="0" indent="0" algn="r" rtl="0">
              <a:lnSpc>
                <a:spcPct val="140000"/>
              </a:lnSpc>
              <a:spcBef>
                <a:spcPts val="0"/>
              </a:spcBef>
              <a:spcAft>
                <a:spcPts val="0"/>
              </a:spcAft>
              <a:buNone/>
            </a:pPr>
            <a:r>
              <a:rPr lang="en-US" sz="1400" b="1" i="0" u="none" strike="noStrike" cap="none">
                <a:solidFill>
                  <a:srgbClr val="FFFFFF"/>
                </a:solidFill>
                <a:latin typeface="Inter" panose="02000503000000020004"/>
                <a:ea typeface="Inter" panose="02000503000000020004"/>
                <a:cs typeface="Inter" panose="02000503000000020004"/>
                <a:sym typeface="Inter" panose="02000503000000020004"/>
              </a:rPr>
              <a:t>SLIDESCARNIVAL</a:t>
            </a:r>
            <a:endParaRPr lang="en-US" sz="1400" b="1" i="0" u="none" strike="noStrike" cap="none">
              <a:solidFill>
                <a:srgbClr val="FFFFFF"/>
              </a:solidFill>
              <a:latin typeface="Inter" panose="02000503000000020004"/>
              <a:ea typeface="Inter" panose="02000503000000020004"/>
              <a:cs typeface="Inter" panose="02000503000000020004"/>
              <a:sym typeface="Inter" panose="02000503000000020004"/>
            </a:endParaRPr>
          </a:p>
        </p:txBody>
      </p:sp>
      <p:sp>
        <p:nvSpPr>
          <p:cNvPr id="127" name="Google Shape;127;p15"/>
          <p:cNvSpPr txBox="1"/>
          <p:nvPr/>
        </p:nvSpPr>
        <p:spPr>
          <a:xfrm>
            <a:off x="554075" y="284025"/>
            <a:ext cx="1606500" cy="21540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1400" b="1" i="0" u="none" strike="noStrike" cap="none">
                <a:solidFill>
                  <a:srgbClr val="ABABAB"/>
                </a:solidFill>
                <a:latin typeface="Inter" panose="02000503000000020004"/>
                <a:ea typeface="Inter" panose="02000503000000020004"/>
                <a:cs typeface="Inter" panose="02000503000000020004"/>
                <a:sym typeface="Inter" panose="02000503000000020004"/>
              </a:rPr>
              <a:t>TECH COMPANY</a:t>
            </a:r>
            <a:endParaRPr lang="en-US" sz="1400" b="1" i="0" u="none" strike="noStrike" cap="none">
              <a:solidFill>
                <a:srgbClr val="ABABAB"/>
              </a:solidFill>
              <a:latin typeface="Inter" panose="02000503000000020004"/>
              <a:ea typeface="Inter" panose="02000503000000020004"/>
              <a:cs typeface="Inter" panose="02000503000000020004"/>
              <a:sym typeface="Inter" panose="02000503000000020004"/>
            </a:endParaRPr>
          </a:p>
        </p:txBody>
      </p:sp>
      <p:sp>
        <p:nvSpPr>
          <p:cNvPr id="128" name="Google Shape;128;p15"/>
          <p:cNvSpPr txBox="1"/>
          <p:nvPr/>
        </p:nvSpPr>
        <p:spPr>
          <a:xfrm>
            <a:off x="3014823" y="284025"/>
            <a:ext cx="1082400" cy="21540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1400" b="1" i="0" u="none" strike="noStrike" cap="none">
                <a:solidFill>
                  <a:srgbClr val="ABABAB"/>
                </a:solidFill>
                <a:latin typeface="Inter" panose="02000503000000020004"/>
                <a:ea typeface="Inter" panose="02000503000000020004"/>
                <a:cs typeface="Inter" panose="02000503000000020004"/>
                <a:sym typeface="Inter" panose="02000503000000020004"/>
              </a:rPr>
              <a:t>CONTENTS</a:t>
            </a:r>
            <a:endParaRPr lang="en-US" sz="1400" b="1" i="0" u="none" strike="noStrike" cap="none">
              <a:solidFill>
                <a:srgbClr val="ABABAB"/>
              </a:solidFill>
              <a:latin typeface="Inter" panose="02000503000000020004"/>
              <a:ea typeface="Inter" panose="02000503000000020004"/>
              <a:cs typeface="Inter" panose="02000503000000020004"/>
              <a:sym typeface="Inter" panose="02000503000000020004"/>
            </a:endParaRPr>
          </a:p>
        </p:txBody>
      </p:sp>
      <p:sp>
        <p:nvSpPr>
          <p:cNvPr id="129" name="Google Shape;129;p15"/>
          <p:cNvSpPr txBox="1"/>
          <p:nvPr/>
        </p:nvSpPr>
        <p:spPr>
          <a:xfrm>
            <a:off x="4876650" y="284025"/>
            <a:ext cx="1504500" cy="21540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1400" b="1" i="0" u="none" strike="noStrike" cap="none">
                <a:solidFill>
                  <a:srgbClr val="ABABAB"/>
                </a:solidFill>
                <a:latin typeface="Inter" panose="02000503000000020004"/>
                <a:ea typeface="Inter" panose="02000503000000020004"/>
                <a:cs typeface="Inter" panose="02000503000000020004"/>
                <a:sym typeface="Inter" panose="02000503000000020004"/>
              </a:rPr>
              <a:t>INTRODUCTION</a:t>
            </a:r>
            <a:endParaRPr lang="en-US" sz="1400" b="1" i="0" u="none" strike="noStrike" cap="none">
              <a:solidFill>
                <a:srgbClr val="ABABAB"/>
              </a:solidFill>
              <a:latin typeface="Inter" panose="02000503000000020004"/>
              <a:ea typeface="Inter" panose="02000503000000020004"/>
              <a:cs typeface="Inter" panose="02000503000000020004"/>
              <a:sym typeface="Inter" panose="02000503000000020004"/>
            </a:endParaRPr>
          </a:p>
        </p:txBody>
      </p:sp>
      <p:sp>
        <p:nvSpPr>
          <p:cNvPr id="130" name="Google Shape;130;p15"/>
          <p:cNvSpPr txBox="1"/>
          <p:nvPr/>
        </p:nvSpPr>
        <p:spPr>
          <a:xfrm>
            <a:off x="7221086" y="284025"/>
            <a:ext cx="1004400" cy="21540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1400" b="1" i="0" u="none" strike="noStrike" cap="none">
                <a:solidFill>
                  <a:srgbClr val="FFFFFF"/>
                </a:solidFill>
                <a:latin typeface="Inter" panose="02000503000000020004"/>
                <a:ea typeface="Inter" panose="02000503000000020004"/>
                <a:cs typeface="Inter" panose="02000503000000020004"/>
                <a:sym typeface="Inter" panose="02000503000000020004"/>
              </a:rPr>
              <a:t>ABOUT US</a:t>
            </a:r>
            <a:endParaRPr lang="en-US" sz="1400" b="1" i="0" u="none" strike="noStrike" cap="none">
              <a:solidFill>
                <a:srgbClr val="FFFFFF"/>
              </a:solidFill>
              <a:latin typeface="Inter" panose="02000503000000020004"/>
              <a:ea typeface="Inter" panose="02000503000000020004"/>
              <a:cs typeface="Inter" panose="02000503000000020004"/>
              <a:sym typeface="Inter" panose="02000503000000020004"/>
            </a:endParaRPr>
          </a:p>
        </p:txBody>
      </p:sp>
      <p:sp>
        <p:nvSpPr>
          <p:cNvPr id="131" name="Google Shape;131;p15"/>
          <p:cNvSpPr txBox="1"/>
          <p:nvPr/>
        </p:nvSpPr>
        <p:spPr>
          <a:xfrm>
            <a:off x="8993821" y="284025"/>
            <a:ext cx="1547100" cy="21540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1400" b="1" i="0" u="none" strike="noStrike" cap="none">
                <a:solidFill>
                  <a:srgbClr val="ABABAB"/>
                </a:solidFill>
                <a:latin typeface="Inter" panose="02000503000000020004"/>
                <a:ea typeface="Inter" panose="02000503000000020004"/>
                <a:cs typeface="Inter" panose="02000503000000020004"/>
                <a:sym typeface="Inter" panose="02000503000000020004"/>
              </a:rPr>
              <a:t>OUR PRODUCTS</a:t>
            </a:r>
            <a:endParaRPr lang="en-US" sz="1400" b="1" i="0" u="none" strike="noStrike" cap="none">
              <a:solidFill>
                <a:srgbClr val="ABABAB"/>
              </a:solidFill>
              <a:latin typeface="Inter" panose="02000503000000020004"/>
              <a:ea typeface="Inter" panose="02000503000000020004"/>
              <a:cs typeface="Inter" panose="02000503000000020004"/>
              <a:sym typeface="Inter" panose="02000503000000020004"/>
            </a:endParaRPr>
          </a:p>
        </p:txBody>
      </p:sp>
      <p:sp>
        <p:nvSpPr>
          <p:cNvPr id="132" name="Google Shape;132;p15"/>
          <p:cNvSpPr txBox="1"/>
          <p:nvPr/>
        </p:nvSpPr>
        <p:spPr>
          <a:xfrm>
            <a:off x="-5866442" y="7877175"/>
            <a:ext cx="30020883" cy="1381125"/>
          </a:xfrm>
          <a:prstGeom prst="rect">
            <a:avLst/>
          </a:prstGeom>
          <a:noFill/>
          <a:ln>
            <a:noFill/>
          </a:ln>
        </p:spPr>
        <p:txBody>
          <a:bodyPr spcFirstLastPara="1" wrap="square" lIns="0" tIns="0" rIns="0" bIns="0" anchor="t" anchorCtr="0">
            <a:spAutoFit/>
          </a:bodyPr>
          <a:lstStyle/>
          <a:p>
            <a:pPr marL="0" marR="0" lvl="0" indent="0" algn="l" rtl="0">
              <a:lnSpc>
                <a:spcPct val="80000"/>
              </a:lnSpc>
              <a:spcBef>
                <a:spcPts val="0"/>
              </a:spcBef>
              <a:spcAft>
                <a:spcPts val="0"/>
              </a:spcAft>
              <a:buNone/>
            </a:pPr>
            <a:r>
              <a:rPr lang="en-US" sz="12000" b="0" i="0" u="none" strike="noStrike" cap="none">
                <a:solidFill>
                  <a:srgbClr val="FFFFFF"/>
                </a:solidFill>
                <a:latin typeface="Inter" panose="02000503000000020004"/>
                <a:ea typeface="Inter" panose="02000503000000020004"/>
                <a:cs typeface="Inter" panose="02000503000000020004"/>
                <a:sym typeface="Inter" panose="02000503000000020004"/>
              </a:rPr>
              <a:t>About Us   About Us   About Us</a:t>
            </a:r>
            <a:endParaRPr lang="en-US" sz="12000" b="0" i="0" u="none" strike="noStrike" cap="none">
              <a:solidFill>
                <a:srgbClr val="FFFFFF"/>
              </a:solidFill>
              <a:latin typeface="Inter" panose="02000503000000020004"/>
              <a:ea typeface="Inter" panose="02000503000000020004"/>
              <a:cs typeface="Inter" panose="02000503000000020004"/>
              <a:sym typeface="Inter" panose="02000503000000020004"/>
            </a:endParaRPr>
          </a:p>
        </p:txBody>
      </p:sp>
    </p:spTree>
  </p:cSld>
  <p:clrMapOvr>
    <a:masterClrMapping/>
  </p:clrMapOvr>
  <p:transition spd="slow">
    <p:fade/>
  </p:transition>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36" name="Shape 136"/>
        <p:cNvGrpSpPr/>
        <p:nvPr/>
      </p:nvGrpSpPr>
      <p:grpSpPr>
        <a:xfrm>
          <a:off x="0" y="0"/>
          <a:ext cx="0" cy="0"/>
          <a:chOff x="0" y="0"/>
          <a:chExt cx="0" cy="0"/>
        </a:xfrm>
      </p:grpSpPr>
      <p:pic>
        <p:nvPicPr>
          <p:cNvPr id="137" name="Google Shape;137;p16"/>
          <p:cNvPicPr preferRelativeResize="0"/>
          <p:nvPr/>
        </p:nvPicPr>
        <p:blipFill>
          <a:blip r:embed="rId1"/>
          <a:stretch>
            <a:fillRect/>
          </a:stretch>
        </p:blipFill>
        <p:spPr>
          <a:xfrm>
            <a:off x="18" y="0"/>
            <a:ext cx="18288000" cy="10295938"/>
          </a:xfrm>
          <a:prstGeom prst="rect">
            <a:avLst/>
          </a:prstGeom>
          <a:noFill/>
          <a:ln>
            <a:noFill/>
          </a:ln>
        </p:spPr>
      </p:pic>
      <p:pic>
        <p:nvPicPr>
          <p:cNvPr id="138" name="Google Shape;138;p16"/>
          <p:cNvPicPr preferRelativeResize="0"/>
          <p:nvPr/>
        </p:nvPicPr>
        <p:blipFill>
          <a:blip r:embed="rId2"/>
          <a:stretch>
            <a:fillRect/>
          </a:stretch>
        </p:blipFill>
        <p:spPr>
          <a:xfrm>
            <a:off x="-7849950" y="-2721406"/>
            <a:ext cx="15699901" cy="15738762"/>
          </a:xfrm>
          <a:prstGeom prst="rect">
            <a:avLst/>
          </a:prstGeom>
          <a:noFill/>
          <a:ln>
            <a:noFill/>
          </a:ln>
        </p:spPr>
      </p:pic>
      <p:sp>
        <p:nvSpPr>
          <p:cNvPr id="139" name="Google Shape;139;p16"/>
          <p:cNvSpPr txBox="1"/>
          <p:nvPr/>
        </p:nvSpPr>
        <p:spPr>
          <a:xfrm>
            <a:off x="8835268" y="3171825"/>
            <a:ext cx="8898654" cy="1009651"/>
          </a:xfrm>
          <a:prstGeom prst="rect">
            <a:avLst/>
          </a:prstGeom>
          <a:noFill/>
          <a:ln>
            <a:noFill/>
          </a:ln>
        </p:spPr>
        <p:txBody>
          <a:bodyPr spcFirstLastPara="1" wrap="square" lIns="0" tIns="0" rIns="0" bIns="0" anchor="t" anchorCtr="0">
            <a:spAutoFit/>
          </a:bodyPr>
          <a:lstStyle/>
          <a:p>
            <a:pPr marL="0" marR="0" lvl="0" indent="0" algn="r" rtl="0">
              <a:lnSpc>
                <a:spcPct val="90000"/>
              </a:lnSpc>
              <a:spcBef>
                <a:spcPts val="0"/>
              </a:spcBef>
              <a:spcAft>
                <a:spcPts val="0"/>
              </a:spcAft>
              <a:buNone/>
            </a:pPr>
            <a:r>
              <a:rPr lang="en-US" sz="8000" b="0" i="0" u="none" strike="noStrike" cap="none">
                <a:solidFill>
                  <a:srgbClr val="FFFFFF"/>
                </a:solidFill>
                <a:latin typeface="Inter" panose="02000503000000020004"/>
                <a:ea typeface="Inter" panose="02000503000000020004"/>
                <a:cs typeface="Inter" panose="02000503000000020004"/>
                <a:sym typeface="Inter" panose="02000503000000020004"/>
              </a:rPr>
              <a:t>Our History</a:t>
            </a:r>
            <a:endParaRPr lang="en-US" sz="8000" b="0" i="0" u="none" strike="noStrike" cap="none">
              <a:solidFill>
                <a:srgbClr val="FFFFFF"/>
              </a:solidFill>
              <a:latin typeface="Inter" panose="02000503000000020004"/>
              <a:ea typeface="Inter" panose="02000503000000020004"/>
              <a:cs typeface="Inter" panose="02000503000000020004"/>
              <a:sym typeface="Inter" panose="02000503000000020004"/>
            </a:endParaRPr>
          </a:p>
        </p:txBody>
      </p:sp>
      <p:sp>
        <p:nvSpPr>
          <p:cNvPr id="140" name="Google Shape;140;p16"/>
          <p:cNvSpPr txBox="1"/>
          <p:nvPr/>
        </p:nvSpPr>
        <p:spPr>
          <a:xfrm>
            <a:off x="8835268" y="4171950"/>
            <a:ext cx="8898654" cy="3152775"/>
          </a:xfrm>
          <a:prstGeom prst="rect">
            <a:avLst/>
          </a:prstGeom>
          <a:noFill/>
          <a:ln>
            <a:noFill/>
          </a:ln>
        </p:spPr>
        <p:txBody>
          <a:bodyPr spcFirstLastPara="1" wrap="square" lIns="0" tIns="0" rIns="0" bIns="0" anchor="t" anchorCtr="0">
            <a:spAutoFit/>
          </a:bodyPr>
          <a:lstStyle/>
          <a:p>
            <a:pPr marL="0" marR="0" lvl="0" indent="0" algn="r" rtl="0">
              <a:lnSpc>
                <a:spcPct val="120000"/>
              </a:lnSpc>
              <a:spcBef>
                <a:spcPts val="0"/>
              </a:spcBef>
              <a:spcAft>
                <a:spcPts val="0"/>
              </a:spcAft>
              <a:buNone/>
            </a:pPr>
            <a:r>
              <a:rPr lang="en-US" sz="2100" b="0" i="0" u="none" strike="noStrike" cap="none">
                <a:solidFill>
                  <a:srgbClr val="FFFFFF"/>
                </a:solidFill>
                <a:latin typeface="Inter Light" panose="02000503000000020004"/>
                <a:ea typeface="Inter Light" panose="02000503000000020004"/>
                <a:cs typeface="Inter Light" panose="02000503000000020004"/>
                <a:sym typeface="Inter Light" panose="02000503000000020004"/>
              </a:rPr>
              <a:t>Presentations are communication tools that can be used as demonstrations, lectures, speeches, reports, and more. It is mostly presented before an audience. It serves a variety of purposes, making presentations powerful tools for convincing and teaching.Lorem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Excepteur sint occaecat cupidatat non proident, sunt in culpa qui officia deserunt mollit.</a:t>
            </a:r>
            <a:endParaRPr lang="en-US" sz="2100" b="0" i="0" u="none" strike="noStrike" cap="none">
              <a:solidFill>
                <a:srgbClr val="FFFFFF"/>
              </a:solidFill>
              <a:latin typeface="Inter Light" panose="02000503000000020004"/>
              <a:ea typeface="Inter Light" panose="02000503000000020004"/>
              <a:cs typeface="Inter Light" panose="02000503000000020004"/>
              <a:sym typeface="Inter Light" panose="02000503000000020004"/>
            </a:endParaRPr>
          </a:p>
        </p:txBody>
      </p:sp>
      <p:sp>
        <p:nvSpPr>
          <p:cNvPr id="141" name="Google Shape;141;p16"/>
          <p:cNvSpPr txBox="1"/>
          <p:nvPr/>
        </p:nvSpPr>
        <p:spPr>
          <a:xfrm>
            <a:off x="15437526" y="284025"/>
            <a:ext cx="2296500" cy="215400"/>
          </a:xfrm>
          <a:prstGeom prst="rect">
            <a:avLst/>
          </a:prstGeom>
          <a:noFill/>
          <a:ln>
            <a:noFill/>
          </a:ln>
        </p:spPr>
        <p:txBody>
          <a:bodyPr spcFirstLastPara="1" wrap="square" lIns="0" tIns="0" rIns="0" bIns="0" anchor="t" anchorCtr="0">
            <a:spAutoFit/>
          </a:bodyPr>
          <a:lstStyle/>
          <a:p>
            <a:pPr marL="0" marR="0" lvl="0" indent="0" algn="r" rtl="0">
              <a:lnSpc>
                <a:spcPct val="140000"/>
              </a:lnSpc>
              <a:spcBef>
                <a:spcPts val="0"/>
              </a:spcBef>
              <a:spcAft>
                <a:spcPts val="0"/>
              </a:spcAft>
              <a:buNone/>
            </a:pPr>
            <a:r>
              <a:rPr lang="en-US" sz="1400" b="1" i="0" u="none" strike="noStrike" cap="none">
                <a:solidFill>
                  <a:srgbClr val="FFFFFF"/>
                </a:solidFill>
                <a:latin typeface="Inter" panose="02000503000000020004"/>
                <a:ea typeface="Inter" panose="02000503000000020004"/>
                <a:cs typeface="Inter" panose="02000503000000020004"/>
                <a:sym typeface="Inter" panose="02000503000000020004"/>
              </a:rPr>
              <a:t>SLIDESCARNIVAL</a:t>
            </a:r>
            <a:endParaRPr lang="en-US" sz="1400" b="1" i="0" u="none" strike="noStrike" cap="none">
              <a:solidFill>
                <a:srgbClr val="FFFFFF"/>
              </a:solidFill>
              <a:latin typeface="Inter" panose="02000503000000020004"/>
              <a:ea typeface="Inter" panose="02000503000000020004"/>
              <a:cs typeface="Inter" panose="02000503000000020004"/>
              <a:sym typeface="Inter" panose="02000503000000020004"/>
            </a:endParaRPr>
          </a:p>
        </p:txBody>
      </p:sp>
      <p:sp>
        <p:nvSpPr>
          <p:cNvPr id="142" name="Google Shape;142;p16"/>
          <p:cNvSpPr txBox="1"/>
          <p:nvPr/>
        </p:nvSpPr>
        <p:spPr>
          <a:xfrm>
            <a:off x="554075" y="284025"/>
            <a:ext cx="1606500" cy="21540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1400" b="1" i="0" u="none" strike="noStrike" cap="none">
                <a:solidFill>
                  <a:srgbClr val="ABABAB"/>
                </a:solidFill>
                <a:latin typeface="Inter" panose="02000503000000020004"/>
                <a:ea typeface="Inter" panose="02000503000000020004"/>
                <a:cs typeface="Inter" panose="02000503000000020004"/>
                <a:sym typeface="Inter" panose="02000503000000020004"/>
              </a:rPr>
              <a:t>TECH COMPANY</a:t>
            </a:r>
            <a:endParaRPr lang="en-US" sz="1400" b="1" i="0" u="none" strike="noStrike" cap="none">
              <a:solidFill>
                <a:srgbClr val="ABABAB"/>
              </a:solidFill>
              <a:latin typeface="Inter" panose="02000503000000020004"/>
              <a:ea typeface="Inter" panose="02000503000000020004"/>
              <a:cs typeface="Inter" panose="02000503000000020004"/>
              <a:sym typeface="Inter" panose="02000503000000020004"/>
            </a:endParaRPr>
          </a:p>
        </p:txBody>
      </p:sp>
      <p:sp>
        <p:nvSpPr>
          <p:cNvPr id="143" name="Google Shape;143;p16"/>
          <p:cNvSpPr txBox="1"/>
          <p:nvPr/>
        </p:nvSpPr>
        <p:spPr>
          <a:xfrm>
            <a:off x="3014823" y="284025"/>
            <a:ext cx="1082400" cy="21540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1400" b="1" i="0" u="none" strike="noStrike" cap="none">
                <a:solidFill>
                  <a:srgbClr val="ABABAB"/>
                </a:solidFill>
                <a:latin typeface="Inter" panose="02000503000000020004"/>
                <a:ea typeface="Inter" panose="02000503000000020004"/>
                <a:cs typeface="Inter" panose="02000503000000020004"/>
                <a:sym typeface="Inter" panose="02000503000000020004"/>
              </a:rPr>
              <a:t>CONTENTS</a:t>
            </a:r>
            <a:endParaRPr lang="en-US" sz="1400" b="1" i="0" u="none" strike="noStrike" cap="none">
              <a:solidFill>
                <a:srgbClr val="ABABAB"/>
              </a:solidFill>
              <a:latin typeface="Inter" panose="02000503000000020004"/>
              <a:ea typeface="Inter" panose="02000503000000020004"/>
              <a:cs typeface="Inter" panose="02000503000000020004"/>
              <a:sym typeface="Inter" panose="02000503000000020004"/>
            </a:endParaRPr>
          </a:p>
        </p:txBody>
      </p:sp>
      <p:sp>
        <p:nvSpPr>
          <p:cNvPr id="144" name="Google Shape;144;p16"/>
          <p:cNvSpPr txBox="1"/>
          <p:nvPr/>
        </p:nvSpPr>
        <p:spPr>
          <a:xfrm>
            <a:off x="4876650" y="284025"/>
            <a:ext cx="1504500" cy="21540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1400" b="1" i="0" u="none" strike="noStrike" cap="none">
                <a:solidFill>
                  <a:srgbClr val="ABABAB"/>
                </a:solidFill>
                <a:latin typeface="Inter" panose="02000503000000020004"/>
                <a:ea typeface="Inter" panose="02000503000000020004"/>
                <a:cs typeface="Inter" panose="02000503000000020004"/>
                <a:sym typeface="Inter" panose="02000503000000020004"/>
              </a:rPr>
              <a:t>INTRODUCTION</a:t>
            </a:r>
            <a:endParaRPr lang="en-US" sz="1400" b="1" i="0" u="none" strike="noStrike" cap="none">
              <a:solidFill>
                <a:srgbClr val="ABABAB"/>
              </a:solidFill>
              <a:latin typeface="Inter" panose="02000503000000020004"/>
              <a:ea typeface="Inter" panose="02000503000000020004"/>
              <a:cs typeface="Inter" panose="02000503000000020004"/>
              <a:sym typeface="Inter" panose="02000503000000020004"/>
            </a:endParaRPr>
          </a:p>
        </p:txBody>
      </p:sp>
      <p:sp>
        <p:nvSpPr>
          <p:cNvPr id="145" name="Google Shape;145;p16"/>
          <p:cNvSpPr txBox="1"/>
          <p:nvPr/>
        </p:nvSpPr>
        <p:spPr>
          <a:xfrm>
            <a:off x="7221086" y="284025"/>
            <a:ext cx="1004400" cy="21540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1400" b="1" i="0" u="none" strike="noStrike" cap="none">
                <a:solidFill>
                  <a:srgbClr val="FFFFFF"/>
                </a:solidFill>
                <a:latin typeface="Inter" panose="02000503000000020004"/>
                <a:ea typeface="Inter" panose="02000503000000020004"/>
                <a:cs typeface="Inter" panose="02000503000000020004"/>
                <a:sym typeface="Inter" panose="02000503000000020004"/>
              </a:rPr>
              <a:t>ABOUT US</a:t>
            </a:r>
            <a:endParaRPr lang="en-US" sz="1400" b="1" i="0" u="none" strike="noStrike" cap="none">
              <a:solidFill>
                <a:srgbClr val="FFFFFF"/>
              </a:solidFill>
              <a:latin typeface="Inter" panose="02000503000000020004"/>
              <a:ea typeface="Inter" panose="02000503000000020004"/>
              <a:cs typeface="Inter" panose="02000503000000020004"/>
              <a:sym typeface="Inter" panose="02000503000000020004"/>
            </a:endParaRPr>
          </a:p>
        </p:txBody>
      </p:sp>
      <p:sp>
        <p:nvSpPr>
          <p:cNvPr id="146" name="Google Shape;146;p16"/>
          <p:cNvSpPr txBox="1"/>
          <p:nvPr/>
        </p:nvSpPr>
        <p:spPr>
          <a:xfrm>
            <a:off x="8993821" y="284025"/>
            <a:ext cx="1547100" cy="21540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1400" b="1" i="0" u="none" strike="noStrike" cap="none">
                <a:solidFill>
                  <a:srgbClr val="ABABAB"/>
                </a:solidFill>
                <a:latin typeface="Inter" panose="02000503000000020004"/>
                <a:ea typeface="Inter" panose="02000503000000020004"/>
                <a:cs typeface="Inter" panose="02000503000000020004"/>
                <a:sym typeface="Inter" panose="02000503000000020004"/>
              </a:rPr>
              <a:t>OUR PRODUCTS</a:t>
            </a:r>
            <a:endParaRPr lang="en-US" sz="1400" b="1" i="0" u="none" strike="noStrike" cap="none">
              <a:solidFill>
                <a:srgbClr val="ABABAB"/>
              </a:solidFill>
              <a:latin typeface="Inter" panose="02000503000000020004"/>
              <a:ea typeface="Inter" panose="02000503000000020004"/>
              <a:cs typeface="Inter" panose="02000503000000020004"/>
              <a:sym typeface="Inter" panose="02000503000000020004"/>
            </a:endParaRPr>
          </a:p>
        </p:txBody>
      </p:sp>
    </p:spTree>
  </p:cSld>
  <p:clrMapOvr>
    <a:masterClrMapping/>
  </p:clrMapOvr>
  <p:transition spd="slow">
    <p:fade/>
  </p:transition>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50" name="Shape 150"/>
        <p:cNvGrpSpPr/>
        <p:nvPr/>
      </p:nvGrpSpPr>
      <p:grpSpPr>
        <a:xfrm>
          <a:off x="0" y="0"/>
          <a:ext cx="0" cy="0"/>
          <a:chOff x="0" y="0"/>
          <a:chExt cx="0" cy="0"/>
        </a:xfrm>
      </p:grpSpPr>
      <p:pic>
        <p:nvPicPr>
          <p:cNvPr id="151" name="Google Shape;151;p17"/>
          <p:cNvPicPr preferRelativeResize="0"/>
          <p:nvPr/>
        </p:nvPicPr>
        <p:blipFill>
          <a:blip r:embed="rId1"/>
          <a:stretch>
            <a:fillRect/>
          </a:stretch>
        </p:blipFill>
        <p:spPr>
          <a:xfrm>
            <a:off x="18" y="0"/>
            <a:ext cx="18288000" cy="10295938"/>
          </a:xfrm>
          <a:prstGeom prst="rect">
            <a:avLst/>
          </a:prstGeom>
          <a:noFill/>
          <a:ln>
            <a:noFill/>
          </a:ln>
        </p:spPr>
      </p:pic>
      <p:pic>
        <p:nvPicPr>
          <p:cNvPr id="152" name="Google Shape;152;p17"/>
          <p:cNvPicPr preferRelativeResize="0"/>
          <p:nvPr/>
        </p:nvPicPr>
        <p:blipFill>
          <a:blip r:embed="rId2"/>
          <a:stretch>
            <a:fillRect/>
          </a:stretch>
        </p:blipFill>
        <p:spPr>
          <a:xfrm>
            <a:off x="8144913" y="-898183"/>
            <a:ext cx="16316201" cy="12292915"/>
          </a:xfrm>
          <a:prstGeom prst="rect">
            <a:avLst/>
          </a:prstGeom>
          <a:noFill/>
          <a:ln>
            <a:noFill/>
          </a:ln>
        </p:spPr>
      </p:pic>
      <p:sp>
        <p:nvSpPr>
          <p:cNvPr id="153" name="Google Shape;153;p17"/>
          <p:cNvSpPr txBox="1"/>
          <p:nvPr/>
        </p:nvSpPr>
        <p:spPr>
          <a:xfrm>
            <a:off x="15462251" y="284025"/>
            <a:ext cx="2271600" cy="215400"/>
          </a:xfrm>
          <a:prstGeom prst="rect">
            <a:avLst/>
          </a:prstGeom>
          <a:noFill/>
          <a:ln>
            <a:noFill/>
          </a:ln>
        </p:spPr>
        <p:txBody>
          <a:bodyPr spcFirstLastPara="1" wrap="square" lIns="0" tIns="0" rIns="0" bIns="0" anchor="t" anchorCtr="0">
            <a:spAutoFit/>
          </a:bodyPr>
          <a:lstStyle/>
          <a:p>
            <a:pPr marL="0" marR="0" lvl="0" indent="0" algn="r" rtl="0">
              <a:lnSpc>
                <a:spcPct val="140000"/>
              </a:lnSpc>
              <a:spcBef>
                <a:spcPts val="0"/>
              </a:spcBef>
              <a:spcAft>
                <a:spcPts val="0"/>
              </a:spcAft>
              <a:buNone/>
            </a:pPr>
            <a:r>
              <a:rPr lang="en-US" sz="1400" b="1" i="0" u="none" strike="noStrike" cap="none">
                <a:solidFill>
                  <a:srgbClr val="FFFFFF"/>
                </a:solidFill>
                <a:latin typeface="Inter" panose="02000503000000020004"/>
                <a:ea typeface="Inter" panose="02000503000000020004"/>
                <a:cs typeface="Inter" panose="02000503000000020004"/>
                <a:sym typeface="Inter" panose="02000503000000020004"/>
              </a:rPr>
              <a:t>SLIDESCARNIVAL</a:t>
            </a:r>
            <a:endParaRPr lang="en-US" sz="1400" b="1" i="0" u="none" strike="noStrike" cap="none">
              <a:solidFill>
                <a:srgbClr val="FFFFFF"/>
              </a:solidFill>
              <a:latin typeface="Inter" panose="02000503000000020004"/>
              <a:ea typeface="Inter" panose="02000503000000020004"/>
              <a:cs typeface="Inter" panose="02000503000000020004"/>
              <a:sym typeface="Inter" panose="02000503000000020004"/>
            </a:endParaRPr>
          </a:p>
        </p:txBody>
      </p:sp>
      <p:sp>
        <p:nvSpPr>
          <p:cNvPr id="154" name="Google Shape;154;p17"/>
          <p:cNvSpPr txBox="1"/>
          <p:nvPr/>
        </p:nvSpPr>
        <p:spPr>
          <a:xfrm>
            <a:off x="554075" y="284025"/>
            <a:ext cx="1550100" cy="21540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1400" b="1" i="0" u="none" strike="noStrike" cap="none">
                <a:solidFill>
                  <a:srgbClr val="ABABAB"/>
                </a:solidFill>
                <a:latin typeface="Inter" panose="02000503000000020004"/>
                <a:ea typeface="Inter" panose="02000503000000020004"/>
                <a:cs typeface="Inter" panose="02000503000000020004"/>
                <a:sym typeface="Inter" panose="02000503000000020004"/>
              </a:rPr>
              <a:t>TECH COMPANY</a:t>
            </a:r>
            <a:endParaRPr lang="en-US" sz="1400" b="1" i="0" u="none" strike="noStrike" cap="none">
              <a:solidFill>
                <a:srgbClr val="ABABAB"/>
              </a:solidFill>
              <a:latin typeface="Inter" panose="02000503000000020004"/>
              <a:ea typeface="Inter" panose="02000503000000020004"/>
              <a:cs typeface="Inter" panose="02000503000000020004"/>
              <a:sym typeface="Inter" panose="02000503000000020004"/>
            </a:endParaRPr>
          </a:p>
        </p:txBody>
      </p:sp>
      <p:sp>
        <p:nvSpPr>
          <p:cNvPr id="155" name="Google Shape;155;p17"/>
          <p:cNvSpPr txBox="1"/>
          <p:nvPr/>
        </p:nvSpPr>
        <p:spPr>
          <a:xfrm>
            <a:off x="2928768" y="284025"/>
            <a:ext cx="1044300" cy="21540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1400" b="1" i="0" u="none" strike="noStrike" cap="none">
                <a:solidFill>
                  <a:srgbClr val="ABABAB"/>
                </a:solidFill>
                <a:latin typeface="Inter" panose="02000503000000020004"/>
                <a:ea typeface="Inter" panose="02000503000000020004"/>
                <a:cs typeface="Inter" panose="02000503000000020004"/>
                <a:sym typeface="Inter" panose="02000503000000020004"/>
              </a:rPr>
              <a:t>CONTENTS</a:t>
            </a:r>
            <a:endParaRPr lang="en-US" sz="1400" b="1" i="0" u="none" strike="noStrike" cap="none">
              <a:solidFill>
                <a:srgbClr val="ABABAB"/>
              </a:solidFill>
              <a:latin typeface="Inter" panose="02000503000000020004"/>
              <a:ea typeface="Inter" panose="02000503000000020004"/>
              <a:cs typeface="Inter" panose="02000503000000020004"/>
              <a:sym typeface="Inter" panose="02000503000000020004"/>
            </a:endParaRPr>
          </a:p>
        </p:txBody>
      </p:sp>
      <p:sp>
        <p:nvSpPr>
          <p:cNvPr id="156" name="Google Shape;156;p17"/>
          <p:cNvSpPr txBox="1"/>
          <p:nvPr/>
        </p:nvSpPr>
        <p:spPr>
          <a:xfrm>
            <a:off x="4725486" y="284025"/>
            <a:ext cx="1452000" cy="21540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1400" b="1" i="0" u="none" strike="noStrike" cap="none">
                <a:solidFill>
                  <a:srgbClr val="ABABAB"/>
                </a:solidFill>
                <a:latin typeface="Inter" panose="02000503000000020004"/>
                <a:ea typeface="Inter" panose="02000503000000020004"/>
                <a:cs typeface="Inter" panose="02000503000000020004"/>
                <a:sym typeface="Inter" panose="02000503000000020004"/>
              </a:rPr>
              <a:t>INTRODUCTION</a:t>
            </a:r>
            <a:endParaRPr lang="en-US" sz="1400" b="1" i="0" u="none" strike="noStrike" cap="none">
              <a:solidFill>
                <a:srgbClr val="ABABAB"/>
              </a:solidFill>
              <a:latin typeface="Inter" panose="02000503000000020004"/>
              <a:ea typeface="Inter" panose="02000503000000020004"/>
              <a:cs typeface="Inter" panose="02000503000000020004"/>
              <a:sym typeface="Inter" panose="02000503000000020004"/>
            </a:endParaRPr>
          </a:p>
        </p:txBody>
      </p:sp>
      <p:sp>
        <p:nvSpPr>
          <p:cNvPr id="157" name="Google Shape;157;p17"/>
          <p:cNvSpPr txBox="1"/>
          <p:nvPr/>
        </p:nvSpPr>
        <p:spPr>
          <a:xfrm>
            <a:off x="6987936" y="284025"/>
            <a:ext cx="969300" cy="21540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1400" b="1" i="0" u="none" strike="noStrike" cap="none">
                <a:solidFill>
                  <a:srgbClr val="FFFFFF"/>
                </a:solidFill>
                <a:latin typeface="Inter" panose="02000503000000020004"/>
                <a:ea typeface="Inter" panose="02000503000000020004"/>
                <a:cs typeface="Inter" panose="02000503000000020004"/>
                <a:sym typeface="Inter" panose="02000503000000020004"/>
              </a:rPr>
              <a:t>ABOUT US</a:t>
            </a:r>
            <a:endParaRPr lang="en-US" sz="1400" b="1" i="0" u="none" strike="noStrike" cap="none">
              <a:solidFill>
                <a:srgbClr val="FFFFFF"/>
              </a:solidFill>
              <a:latin typeface="Inter" panose="02000503000000020004"/>
              <a:ea typeface="Inter" panose="02000503000000020004"/>
              <a:cs typeface="Inter" panose="02000503000000020004"/>
              <a:sym typeface="Inter" panose="02000503000000020004"/>
            </a:endParaRPr>
          </a:p>
        </p:txBody>
      </p:sp>
      <p:sp>
        <p:nvSpPr>
          <p:cNvPr id="158" name="Google Shape;158;p17"/>
          <p:cNvSpPr txBox="1"/>
          <p:nvPr/>
        </p:nvSpPr>
        <p:spPr>
          <a:xfrm>
            <a:off x="8698677" y="284025"/>
            <a:ext cx="1493100" cy="21540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1400" b="1" i="0" u="none" strike="noStrike" cap="none">
                <a:solidFill>
                  <a:srgbClr val="ABABAB"/>
                </a:solidFill>
                <a:latin typeface="Inter" panose="02000503000000020004"/>
                <a:ea typeface="Inter" panose="02000503000000020004"/>
                <a:cs typeface="Inter" panose="02000503000000020004"/>
                <a:sym typeface="Inter" panose="02000503000000020004"/>
              </a:rPr>
              <a:t>OUR PRODUCTS</a:t>
            </a:r>
            <a:endParaRPr lang="en-US" sz="1400" b="1" i="0" u="none" strike="noStrike" cap="none">
              <a:solidFill>
                <a:srgbClr val="ABABAB"/>
              </a:solidFill>
              <a:latin typeface="Inter" panose="02000503000000020004"/>
              <a:ea typeface="Inter" panose="02000503000000020004"/>
              <a:cs typeface="Inter" panose="02000503000000020004"/>
              <a:sym typeface="Inter" panose="02000503000000020004"/>
            </a:endParaRPr>
          </a:p>
        </p:txBody>
      </p:sp>
      <p:sp>
        <p:nvSpPr>
          <p:cNvPr id="159" name="Google Shape;159;p17"/>
          <p:cNvSpPr txBox="1"/>
          <p:nvPr/>
        </p:nvSpPr>
        <p:spPr>
          <a:xfrm>
            <a:off x="554078" y="3829050"/>
            <a:ext cx="11250081" cy="2838451"/>
          </a:xfrm>
          <a:prstGeom prst="rect">
            <a:avLst/>
          </a:prstGeom>
          <a:noFill/>
          <a:ln>
            <a:noFill/>
          </a:ln>
        </p:spPr>
        <p:txBody>
          <a:bodyPr spcFirstLastPara="1" wrap="square" lIns="0" tIns="0" rIns="0" bIns="0" anchor="t" anchorCtr="0">
            <a:spAutoFit/>
          </a:bodyPr>
          <a:lstStyle/>
          <a:p>
            <a:pPr marL="0" marR="0" lvl="0" indent="0" algn="l" rtl="0">
              <a:lnSpc>
                <a:spcPct val="90000"/>
              </a:lnSpc>
              <a:spcBef>
                <a:spcPts val="0"/>
              </a:spcBef>
              <a:spcAft>
                <a:spcPts val="0"/>
              </a:spcAft>
              <a:buNone/>
            </a:pPr>
            <a:r>
              <a:rPr lang="en-US" sz="8000" b="0" i="0" u="none" strike="noStrike" cap="none">
                <a:solidFill>
                  <a:srgbClr val="FFFFFF"/>
                </a:solidFill>
                <a:latin typeface="Inter" panose="02000503000000020004"/>
                <a:ea typeface="Inter" panose="02000503000000020004"/>
                <a:cs typeface="Inter" panose="02000503000000020004"/>
                <a:sym typeface="Inter" panose="02000503000000020004"/>
              </a:rPr>
              <a:t>Our mission &amp; vision is (enter your grand vision statement here).</a:t>
            </a:r>
            <a:endParaRPr lang="en-US" sz="8000" b="0" i="0" u="none" strike="noStrike" cap="none">
              <a:solidFill>
                <a:srgbClr val="FFFFFF"/>
              </a:solidFill>
              <a:latin typeface="Inter" panose="02000503000000020004"/>
              <a:ea typeface="Inter" panose="02000503000000020004"/>
              <a:cs typeface="Inter" panose="02000503000000020004"/>
              <a:sym typeface="Inter" panose="02000503000000020004"/>
            </a:endParaRPr>
          </a:p>
        </p:txBody>
      </p:sp>
    </p:spTree>
  </p:cSld>
  <p:clrMapOvr>
    <a:masterClrMapping/>
  </p:clrMapOvr>
  <p:transition spd="slow">
    <p:fade/>
  </p:transition>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63" name="Shape 163"/>
        <p:cNvGrpSpPr/>
        <p:nvPr/>
      </p:nvGrpSpPr>
      <p:grpSpPr>
        <a:xfrm>
          <a:off x="0" y="0"/>
          <a:ext cx="0" cy="0"/>
          <a:chOff x="0" y="0"/>
          <a:chExt cx="0" cy="0"/>
        </a:xfrm>
      </p:grpSpPr>
      <p:sp>
        <p:nvSpPr>
          <p:cNvPr id="164" name="Google Shape;164;p18"/>
          <p:cNvSpPr/>
          <p:nvPr/>
        </p:nvSpPr>
        <p:spPr>
          <a:xfrm flipH="1">
            <a:off x="-376909" y="10275281"/>
            <a:ext cx="569037" cy="570463"/>
          </a:xfrm>
          <a:custGeom>
            <a:avLst/>
            <a:gdLst/>
            <a:ahLst/>
            <a:cxnLst/>
            <a:rect l="l" t="t" r="r" b="b"/>
            <a:pathLst>
              <a:path w="569037" h="570463" extrusionOk="0">
                <a:moveTo>
                  <a:pt x="569037" y="0"/>
                </a:moveTo>
                <a:lnTo>
                  <a:pt x="0" y="0"/>
                </a:lnTo>
                <a:lnTo>
                  <a:pt x="0" y="570463"/>
                </a:lnTo>
                <a:lnTo>
                  <a:pt x="569037" y="570463"/>
                </a:lnTo>
                <a:lnTo>
                  <a:pt x="569037" y="0"/>
                </a:lnTo>
                <a:close/>
              </a:path>
            </a:pathLst>
          </a:custGeom>
          <a:blipFill rotWithShape="1">
            <a:blip r:embed="rId1"/>
            <a:stretch>
              <a:fillRect/>
            </a:stretch>
          </a:blipFill>
          <a:ln>
            <a:noFill/>
          </a:ln>
        </p:spPr>
      </p:sp>
      <p:sp>
        <p:nvSpPr>
          <p:cNvPr id="165" name="Google Shape;165;p18"/>
          <p:cNvSpPr/>
          <p:nvPr/>
        </p:nvSpPr>
        <p:spPr>
          <a:xfrm flipH="1">
            <a:off x="-963003" y="10230512"/>
            <a:ext cx="995852" cy="998348"/>
          </a:xfrm>
          <a:custGeom>
            <a:avLst/>
            <a:gdLst/>
            <a:ahLst/>
            <a:cxnLst/>
            <a:rect l="l" t="t" r="r" b="b"/>
            <a:pathLst>
              <a:path w="995852" h="998348" extrusionOk="0">
                <a:moveTo>
                  <a:pt x="995851" y="0"/>
                </a:moveTo>
                <a:lnTo>
                  <a:pt x="0" y="0"/>
                </a:lnTo>
                <a:lnTo>
                  <a:pt x="0" y="998347"/>
                </a:lnTo>
                <a:lnTo>
                  <a:pt x="995851" y="998347"/>
                </a:lnTo>
                <a:lnTo>
                  <a:pt x="995851" y="0"/>
                </a:lnTo>
                <a:close/>
              </a:path>
            </a:pathLst>
          </a:custGeom>
          <a:blipFill rotWithShape="1">
            <a:blip r:embed="rId2"/>
            <a:stretch>
              <a:fillRect/>
            </a:stretch>
          </a:blipFill>
          <a:ln>
            <a:noFill/>
          </a:ln>
        </p:spPr>
      </p:sp>
      <p:pic>
        <p:nvPicPr>
          <p:cNvPr id="166" name="Google Shape;166;p18"/>
          <p:cNvPicPr preferRelativeResize="0"/>
          <p:nvPr/>
        </p:nvPicPr>
        <p:blipFill>
          <a:blip r:embed="rId3"/>
          <a:stretch>
            <a:fillRect/>
          </a:stretch>
        </p:blipFill>
        <p:spPr>
          <a:xfrm>
            <a:off x="18" y="0"/>
            <a:ext cx="18288000" cy="10295938"/>
          </a:xfrm>
          <a:prstGeom prst="rect">
            <a:avLst/>
          </a:prstGeom>
          <a:noFill/>
          <a:ln>
            <a:noFill/>
          </a:ln>
        </p:spPr>
      </p:pic>
      <p:pic>
        <p:nvPicPr>
          <p:cNvPr id="167" name="Google Shape;167;p18"/>
          <p:cNvPicPr preferRelativeResize="0"/>
          <p:nvPr/>
        </p:nvPicPr>
        <p:blipFill>
          <a:blip r:embed="rId4"/>
          <a:stretch>
            <a:fillRect/>
          </a:stretch>
        </p:blipFill>
        <p:spPr>
          <a:xfrm>
            <a:off x="-15896838" y="-4122427"/>
            <a:ext cx="24590776" cy="18527106"/>
          </a:xfrm>
          <a:prstGeom prst="rect">
            <a:avLst/>
          </a:prstGeom>
          <a:noFill/>
          <a:ln>
            <a:noFill/>
          </a:ln>
        </p:spPr>
      </p:pic>
      <p:sp>
        <p:nvSpPr>
          <p:cNvPr id="168" name="Google Shape;168;p18"/>
          <p:cNvSpPr txBox="1"/>
          <p:nvPr/>
        </p:nvSpPr>
        <p:spPr>
          <a:xfrm>
            <a:off x="554078" y="4743450"/>
            <a:ext cx="7067594" cy="1009651"/>
          </a:xfrm>
          <a:prstGeom prst="rect">
            <a:avLst/>
          </a:prstGeom>
          <a:noFill/>
          <a:ln>
            <a:noFill/>
          </a:ln>
        </p:spPr>
        <p:txBody>
          <a:bodyPr spcFirstLastPara="1" wrap="square" lIns="0" tIns="0" rIns="0" bIns="0" anchor="t" anchorCtr="0">
            <a:spAutoFit/>
          </a:bodyPr>
          <a:lstStyle/>
          <a:p>
            <a:pPr marL="0" marR="0" lvl="0" indent="0" algn="l" rtl="0">
              <a:lnSpc>
                <a:spcPct val="90000"/>
              </a:lnSpc>
              <a:spcBef>
                <a:spcPts val="0"/>
              </a:spcBef>
              <a:spcAft>
                <a:spcPts val="0"/>
              </a:spcAft>
              <a:buNone/>
            </a:pPr>
            <a:r>
              <a:rPr lang="en-US" sz="8000" b="0" i="0" u="none" strike="noStrike" cap="none">
                <a:solidFill>
                  <a:srgbClr val="FFFFFF"/>
                </a:solidFill>
                <a:latin typeface="Inter" panose="02000503000000020004"/>
                <a:ea typeface="Inter" panose="02000503000000020004"/>
                <a:cs typeface="Inter" panose="02000503000000020004"/>
                <a:sym typeface="Inter" panose="02000503000000020004"/>
              </a:rPr>
              <a:t>Meet the team</a:t>
            </a:r>
            <a:endParaRPr lang="en-US" sz="8000" b="0" i="0" u="none" strike="noStrike" cap="none">
              <a:solidFill>
                <a:srgbClr val="FFFFFF"/>
              </a:solidFill>
              <a:latin typeface="Inter" panose="02000503000000020004"/>
              <a:ea typeface="Inter" panose="02000503000000020004"/>
              <a:cs typeface="Inter" panose="02000503000000020004"/>
              <a:sym typeface="Inter" panose="02000503000000020004"/>
            </a:endParaRPr>
          </a:p>
        </p:txBody>
      </p:sp>
      <p:sp>
        <p:nvSpPr>
          <p:cNvPr id="169" name="Google Shape;169;p18"/>
          <p:cNvSpPr txBox="1"/>
          <p:nvPr/>
        </p:nvSpPr>
        <p:spPr>
          <a:xfrm>
            <a:off x="15779751" y="284025"/>
            <a:ext cx="1954200" cy="215400"/>
          </a:xfrm>
          <a:prstGeom prst="rect">
            <a:avLst/>
          </a:prstGeom>
          <a:noFill/>
          <a:ln>
            <a:noFill/>
          </a:ln>
        </p:spPr>
        <p:txBody>
          <a:bodyPr spcFirstLastPara="1" wrap="square" lIns="0" tIns="0" rIns="0" bIns="0" anchor="t" anchorCtr="0">
            <a:spAutoFit/>
          </a:bodyPr>
          <a:lstStyle/>
          <a:p>
            <a:pPr marL="0" marR="0" lvl="0" indent="0" algn="r" rtl="0">
              <a:lnSpc>
                <a:spcPct val="140000"/>
              </a:lnSpc>
              <a:spcBef>
                <a:spcPts val="0"/>
              </a:spcBef>
              <a:spcAft>
                <a:spcPts val="0"/>
              </a:spcAft>
              <a:buNone/>
            </a:pPr>
            <a:r>
              <a:rPr lang="en-US" sz="1400" b="1" i="0" u="none" strike="noStrike" cap="none">
                <a:solidFill>
                  <a:srgbClr val="FFFFFF"/>
                </a:solidFill>
                <a:latin typeface="Inter" panose="02000503000000020004"/>
                <a:ea typeface="Inter" panose="02000503000000020004"/>
                <a:cs typeface="Inter" panose="02000503000000020004"/>
                <a:sym typeface="Inter" panose="02000503000000020004"/>
              </a:rPr>
              <a:t>SLIDESCARNIVAL</a:t>
            </a:r>
            <a:endParaRPr lang="en-US" sz="1400" b="1" i="0" u="none" strike="noStrike" cap="none">
              <a:solidFill>
                <a:srgbClr val="FFFFFF"/>
              </a:solidFill>
              <a:latin typeface="Inter" panose="02000503000000020004"/>
              <a:ea typeface="Inter" panose="02000503000000020004"/>
              <a:cs typeface="Inter" panose="02000503000000020004"/>
              <a:sym typeface="Inter" panose="02000503000000020004"/>
            </a:endParaRPr>
          </a:p>
        </p:txBody>
      </p:sp>
      <p:sp>
        <p:nvSpPr>
          <p:cNvPr id="170" name="Google Shape;170;p18"/>
          <p:cNvSpPr txBox="1"/>
          <p:nvPr/>
        </p:nvSpPr>
        <p:spPr>
          <a:xfrm>
            <a:off x="554075" y="284025"/>
            <a:ext cx="1591200" cy="21540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1400" b="1" i="0" u="none" strike="noStrike" cap="none">
                <a:solidFill>
                  <a:srgbClr val="ABABAB"/>
                </a:solidFill>
                <a:latin typeface="Inter" panose="02000503000000020004"/>
                <a:ea typeface="Inter" panose="02000503000000020004"/>
                <a:cs typeface="Inter" panose="02000503000000020004"/>
                <a:sym typeface="Inter" panose="02000503000000020004"/>
              </a:rPr>
              <a:t>TECH COMPANY</a:t>
            </a:r>
            <a:endParaRPr lang="en-US" sz="1400" b="1" i="0" u="none" strike="noStrike" cap="none">
              <a:solidFill>
                <a:srgbClr val="ABABAB"/>
              </a:solidFill>
              <a:latin typeface="Inter" panose="02000503000000020004"/>
              <a:ea typeface="Inter" panose="02000503000000020004"/>
              <a:cs typeface="Inter" panose="02000503000000020004"/>
              <a:sym typeface="Inter" panose="02000503000000020004"/>
            </a:endParaRPr>
          </a:p>
        </p:txBody>
      </p:sp>
      <p:pic>
        <p:nvPicPr>
          <p:cNvPr id="171" name="Google Shape;171;p18"/>
          <p:cNvPicPr preferRelativeResize="0"/>
          <p:nvPr/>
        </p:nvPicPr>
        <p:blipFill>
          <a:blip r:embed="rId5"/>
          <a:stretch>
            <a:fillRect/>
          </a:stretch>
        </p:blipFill>
        <p:spPr>
          <a:xfrm>
            <a:off x="9754946" y="6908375"/>
            <a:ext cx="2349900" cy="2349900"/>
          </a:xfrm>
          <a:prstGeom prst="ellipse">
            <a:avLst/>
          </a:prstGeom>
          <a:noFill/>
          <a:ln>
            <a:noFill/>
          </a:ln>
        </p:spPr>
      </p:pic>
      <p:pic>
        <p:nvPicPr>
          <p:cNvPr id="172" name="Google Shape;172;p18"/>
          <p:cNvPicPr preferRelativeResize="0"/>
          <p:nvPr/>
        </p:nvPicPr>
        <p:blipFill>
          <a:blip r:embed="rId6"/>
          <a:stretch>
            <a:fillRect/>
          </a:stretch>
        </p:blipFill>
        <p:spPr>
          <a:xfrm>
            <a:off x="9754950" y="1057825"/>
            <a:ext cx="2349900" cy="2349900"/>
          </a:xfrm>
          <a:prstGeom prst="ellipse">
            <a:avLst/>
          </a:prstGeom>
          <a:noFill/>
          <a:ln>
            <a:noFill/>
          </a:ln>
        </p:spPr>
      </p:pic>
      <p:sp>
        <p:nvSpPr>
          <p:cNvPr id="173" name="Google Shape;173;p18"/>
          <p:cNvSpPr txBox="1"/>
          <p:nvPr/>
        </p:nvSpPr>
        <p:spPr>
          <a:xfrm>
            <a:off x="2991353" y="284025"/>
            <a:ext cx="1071900" cy="21540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1400" b="1" i="0" u="none" strike="noStrike" cap="none">
                <a:solidFill>
                  <a:srgbClr val="ABABAB"/>
                </a:solidFill>
                <a:latin typeface="Inter" panose="02000503000000020004"/>
                <a:ea typeface="Inter" panose="02000503000000020004"/>
                <a:cs typeface="Inter" panose="02000503000000020004"/>
                <a:sym typeface="Inter" panose="02000503000000020004"/>
              </a:rPr>
              <a:t>CONTENTS</a:t>
            </a:r>
            <a:endParaRPr lang="en-US" sz="1400" b="1" i="0" u="none" strike="noStrike" cap="none">
              <a:solidFill>
                <a:srgbClr val="ABABAB"/>
              </a:solidFill>
              <a:latin typeface="Inter" panose="02000503000000020004"/>
              <a:ea typeface="Inter" panose="02000503000000020004"/>
              <a:cs typeface="Inter" panose="02000503000000020004"/>
              <a:sym typeface="Inter" panose="02000503000000020004"/>
            </a:endParaRPr>
          </a:p>
        </p:txBody>
      </p:sp>
      <p:sp>
        <p:nvSpPr>
          <p:cNvPr id="174" name="Google Shape;174;p18"/>
          <p:cNvSpPr txBox="1"/>
          <p:nvPr/>
        </p:nvSpPr>
        <p:spPr>
          <a:xfrm>
            <a:off x="4835423" y="284025"/>
            <a:ext cx="1490400" cy="21540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1400" b="1" i="0" u="none" strike="noStrike" cap="none">
                <a:solidFill>
                  <a:srgbClr val="ABABAB"/>
                </a:solidFill>
                <a:latin typeface="Inter" panose="02000503000000020004"/>
                <a:ea typeface="Inter" panose="02000503000000020004"/>
                <a:cs typeface="Inter" panose="02000503000000020004"/>
                <a:sym typeface="Inter" panose="02000503000000020004"/>
              </a:rPr>
              <a:t>INTRODUCTION</a:t>
            </a:r>
            <a:endParaRPr lang="en-US" sz="1400" b="1" i="0" u="none" strike="noStrike" cap="none">
              <a:solidFill>
                <a:srgbClr val="ABABAB"/>
              </a:solidFill>
              <a:latin typeface="Inter" panose="02000503000000020004"/>
              <a:ea typeface="Inter" panose="02000503000000020004"/>
              <a:cs typeface="Inter" panose="02000503000000020004"/>
              <a:sym typeface="Inter" panose="02000503000000020004"/>
            </a:endParaRPr>
          </a:p>
        </p:txBody>
      </p:sp>
      <p:pic>
        <p:nvPicPr>
          <p:cNvPr id="175" name="Google Shape;175;p18"/>
          <p:cNvPicPr preferRelativeResize="0"/>
          <p:nvPr/>
        </p:nvPicPr>
        <p:blipFill>
          <a:blip r:embed="rId7"/>
          <a:stretch>
            <a:fillRect/>
          </a:stretch>
        </p:blipFill>
        <p:spPr>
          <a:xfrm>
            <a:off x="9754950" y="3995161"/>
            <a:ext cx="2349900" cy="2362500"/>
          </a:xfrm>
          <a:prstGeom prst="ellipse">
            <a:avLst/>
          </a:prstGeom>
          <a:noFill/>
          <a:ln>
            <a:noFill/>
          </a:ln>
        </p:spPr>
      </p:pic>
      <p:sp>
        <p:nvSpPr>
          <p:cNvPr id="176" name="Google Shape;176;p18"/>
          <p:cNvSpPr txBox="1"/>
          <p:nvPr/>
        </p:nvSpPr>
        <p:spPr>
          <a:xfrm>
            <a:off x="7157499" y="284025"/>
            <a:ext cx="994800" cy="21540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1400" b="1" i="0" u="none" strike="noStrike" cap="none">
                <a:solidFill>
                  <a:srgbClr val="FFFFFF"/>
                </a:solidFill>
                <a:latin typeface="Inter" panose="02000503000000020004"/>
                <a:ea typeface="Inter" panose="02000503000000020004"/>
                <a:cs typeface="Inter" panose="02000503000000020004"/>
                <a:sym typeface="Inter" panose="02000503000000020004"/>
              </a:rPr>
              <a:t>ABOUT US</a:t>
            </a:r>
            <a:endParaRPr lang="en-US" sz="1400" b="1" i="0" u="none" strike="noStrike" cap="none">
              <a:solidFill>
                <a:srgbClr val="FFFFFF"/>
              </a:solidFill>
              <a:latin typeface="Inter" panose="02000503000000020004"/>
              <a:ea typeface="Inter" panose="02000503000000020004"/>
              <a:cs typeface="Inter" panose="02000503000000020004"/>
              <a:sym typeface="Inter" panose="02000503000000020004"/>
            </a:endParaRPr>
          </a:p>
        </p:txBody>
      </p:sp>
      <p:sp>
        <p:nvSpPr>
          <p:cNvPr id="177" name="Google Shape;177;p18"/>
          <p:cNvSpPr txBox="1"/>
          <p:nvPr/>
        </p:nvSpPr>
        <p:spPr>
          <a:xfrm>
            <a:off x="8913328" y="284025"/>
            <a:ext cx="1532400" cy="21540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1400" b="1" i="0" u="none" strike="noStrike" cap="none">
                <a:solidFill>
                  <a:srgbClr val="ABABAB"/>
                </a:solidFill>
                <a:latin typeface="Inter" panose="02000503000000020004"/>
                <a:ea typeface="Inter" panose="02000503000000020004"/>
                <a:cs typeface="Inter" panose="02000503000000020004"/>
                <a:sym typeface="Inter" panose="02000503000000020004"/>
              </a:rPr>
              <a:t>OUR PRODUCTS</a:t>
            </a:r>
            <a:endParaRPr lang="en-US" sz="1400" b="1" i="0" u="none" strike="noStrike" cap="none">
              <a:solidFill>
                <a:srgbClr val="ABABAB"/>
              </a:solidFill>
              <a:latin typeface="Inter" panose="02000503000000020004"/>
              <a:ea typeface="Inter" panose="02000503000000020004"/>
              <a:cs typeface="Inter" panose="02000503000000020004"/>
              <a:sym typeface="Inter" panose="02000503000000020004"/>
            </a:endParaRPr>
          </a:p>
        </p:txBody>
      </p:sp>
      <p:sp>
        <p:nvSpPr>
          <p:cNvPr id="178" name="Google Shape;178;p18"/>
          <p:cNvSpPr txBox="1"/>
          <p:nvPr/>
        </p:nvSpPr>
        <p:spPr>
          <a:xfrm>
            <a:off x="12463228" y="1868862"/>
            <a:ext cx="5270700" cy="443400"/>
          </a:xfrm>
          <a:prstGeom prst="rect">
            <a:avLst/>
          </a:prstGeom>
          <a:noFill/>
          <a:ln>
            <a:noFill/>
          </a:ln>
        </p:spPr>
        <p:txBody>
          <a:bodyPr spcFirstLastPara="1" wrap="square" lIns="0" tIns="0" rIns="0" bIns="0" anchor="t" anchorCtr="0">
            <a:spAutoFit/>
          </a:bodyPr>
          <a:lstStyle/>
          <a:p>
            <a:pPr marL="0" marR="0" lvl="0" indent="0" algn="l" rtl="0">
              <a:lnSpc>
                <a:spcPct val="90000"/>
              </a:lnSpc>
              <a:spcBef>
                <a:spcPts val="0"/>
              </a:spcBef>
              <a:spcAft>
                <a:spcPts val="0"/>
              </a:spcAft>
              <a:buNone/>
            </a:pPr>
            <a:r>
              <a:rPr lang="en-US" sz="3200" b="0" i="0" u="none" strike="noStrike" cap="none">
                <a:solidFill>
                  <a:srgbClr val="FFFFFF"/>
                </a:solidFill>
                <a:latin typeface="Inter" panose="02000503000000020004"/>
                <a:ea typeface="Inter" panose="02000503000000020004"/>
                <a:cs typeface="Inter" panose="02000503000000020004"/>
                <a:sym typeface="Inter" panose="02000503000000020004"/>
              </a:rPr>
              <a:t>John Doe</a:t>
            </a:r>
            <a:endParaRPr lang="en-US" sz="3200" b="0" i="0" u="none" strike="noStrike" cap="none">
              <a:solidFill>
                <a:srgbClr val="FFFFFF"/>
              </a:solidFill>
              <a:latin typeface="Inter" panose="02000503000000020004"/>
              <a:ea typeface="Inter" panose="02000503000000020004"/>
              <a:cs typeface="Inter" panose="02000503000000020004"/>
              <a:sym typeface="Inter" panose="02000503000000020004"/>
            </a:endParaRPr>
          </a:p>
        </p:txBody>
      </p:sp>
      <p:sp>
        <p:nvSpPr>
          <p:cNvPr id="179" name="Google Shape;179;p18"/>
          <p:cNvSpPr txBox="1"/>
          <p:nvPr/>
        </p:nvSpPr>
        <p:spPr>
          <a:xfrm>
            <a:off x="12463228" y="2281295"/>
            <a:ext cx="5270700" cy="323100"/>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US" sz="2100" b="0" i="0" u="none" strike="noStrike" cap="none">
                <a:solidFill>
                  <a:srgbClr val="FFFFFF"/>
                </a:solidFill>
                <a:latin typeface="Inter Light" panose="02000503000000020004"/>
                <a:ea typeface="Inter Light" panose="02000503000000020004"/>
                <a:cs typeface="Inter Light" panose="02000503000000020004"/>
                <a:sym typeface="Inter Light" panose="02000503000000020004"/>
              </a:rPr>
              <a:t>position</a:t>
            </a:r>
            <a:endParaRPr lang="en-US" sz="2100" b="0" i="0" u="none" strike="noStrike" cap="none">
              <a:solidFill>
                <a:srgbClr val="FFFFFF"/>
              </a:solidFill>
              <a:latin typeface="Inter Light" panose="02000503000000020004"/>
              <a:ea typeface="Inter Light" panose="02000503000000020004"/>
              <a:cs typeface="Inter Light" panose="02000503000000020004"/>
              <a:sym typeface="Inter Light" panose="02000503000000020004"/>
            </a:endParaRPr>
          </a:p>
        </p:txBody>
      </p:sp>
      <p:sp>
        <p:nvSpPr>
          <p:cNvPr id="180" name="Google Shape;180;p18"/>
          <p:cNvSpPr txBox="1"/>
          <p:nvPr/>
        </p:nvSpPr>
        <p:spPr>
          <a:xfrm>
            <a:off x="12463228" y="4806319"/>
            <a:ext cx="5270700" cy="443400"/>
          </a:xfrm>
          <a:prstGeom prst="rect">
            <a:avLst/>
          </a:prstGeom>
          <a:noFill/>
          <a:ln>
            <a:noFill/>
          </a:ln>
        </p:spPr>
        <p:txBody>
          <a:bodyPr spcFirstLastPara="1" wrap="square" lIns="0" tIns="0" rIns="0" bIns="0" anchor="t" anchorCtr="0">
            <a:spAutoFit/>
          </a:bodyPr>
          <a:lstStyle/>
          <a:p>
            <a:pPr marL="0" marR="0" lvl="0" indent="0" algn="l" rtl="0">
              <a:lnSpc>
                <a:spcPct val="90000"/>
              </a:lnSpc>
              <a:spcBef>
                <a:spcPts val="0"/>
              </a:spcBef>
              <a:spcAft>
                <a:spcPts val="0"/>
              </a:spcAft>
              <a:buNone/>
            </a:pPr>
            <a:r>
              <a:rPr lang="en-US" sz="3200" b="0" i="0" u="none" strike="noStrike" cap="none">
                <a:solidFill>
                  <a:srgbClr val="FFFFFF"/>
                </a:solidFill>
                <a:latin typeface="Inter" panose="02000503000000020004"/>
                <a:ea typeface="Inter" panose="02000503000000020004"/>
                <a:cs typeface="Inter" panose="02000503000000020004"/>
                <a:sym typeface="Inter" panose="02000503000000020004"/>
              </a:rPr>
              <a:t>Jane Doe</a:t>
            </a:r>
            <a:endParaRPr lang="en-US" sz="3200" b="0" i="0" u="none" strike="noStrike" cap="none">
              <a:solidFill>
                <a:srgbClr val="FFFFFF"/>
              </a:solidFill>
              <a:latin typeface="Inter" panose="02000503000000020004"/>
              <a:ea typeface="Inter" panose="02000503000000020004"/>
              <a:cs typeface="Inter" panose="02000503000000020004"/>
              <a:sym typeface="Inter" panose="02000503000000020004"/>
            </a:endParaRPr>
          </a:p>
        </p:txBody>
      </p:sp>
      <p:sp>
        <p:nvSpPr>
          <p:cNvPr id="181" name="Google Shape;181;p18"/>
          <p:cNvSpPr txBox="1"/>
          <p:nvPr/>
        </p:nvSpPr>
        <p:spPr>
          <a:xfrm>
            <a:off x="12463228" y="5218752"/>
            <a:ext cx="5270700" cy="323100"/>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US" sz="2100" b="0" i="0" u="none" strike="noStrike" cap="none">
                <a:solidFill>
                  <a:srgbClr val="FFFFFF"/>
                </a:solidFill>
                <a:latin typeface="Inter Light" panose="02000503000000020004"/>
                <a:ea typeface="Inter Light" panose="02000503000000020004"/>
                <a:cs typeface="Inter Light" panose="02000503000000020004"/>
                <a:sym typeface="Inter Light" panose="02000503000000020004"/>
              </a:rPr>
              <a:t>position</a:t>
            </a:r>
            <a:endParaRPr lang="en-US" sz="2100" b="0" i="0" u="none" strike="noStrike" cap="none">
              <a:solidFill>
                <a:srgbClr val="FFFFFF"/>
              </a:solidFill>
              <a:latin typeface="Inter Light" panose="02000503000000020004"/>
              <a:ea typeface="Inter Light" panose="02000503000000020004"/>
              <a:cs typeface="Inter Light" panose="02000503000000020004"/>
              <a:sym typeface="Inter Light" panose="02000503000000020004"/>
            </a:endParaRPr>
          </a:p>
        </p:txBody>
      </p:sp>
      <p:sp>
        <p:nvSpPr>
          <p:cNvPr id="182" name="Google Shape;182;p18"/>
          <p:cNvSpPr txBox="1"/>
          <p:nvPr/>
        </p:nvSpPr>
        <p:spPr>
          <a:xfrm>
            <a:off x="12463228" y="7748530"/>
            <a:ext cx="5270700" cy="443400"/>
          </a:xfrm>
          <a:prstGeom prst="rect">
            <a:avLst/>
          </a:prstGeom>
          <a:noFill/>
          <a:ln>
            <a:noFill/>
          </a:ln>
        </p:spPr>
        <p:txBody>
          <a:bodyPr spcFirstLastPara="1" wrap="square" lIns="0" tIns="0" rIns="0" bIns="0" anchor="t" anchorCtr="0">
            <a:spAutoFit/>
          </a:bodyPr>
          <a:lstStyle/>
          <a:p>
            <a:pPr marL="0" marR="0" lvl="0" indent="0" algn="l" rtl="0">
              <a:lnSpc>
                <a:spcPct val="90000"/>
              </a:lnSpc>
              <a:spcBef>
                <a:spcPts val="0"/>
              </a:spcBef>
              <a:spcAft>
                <a:spcPts val="0"/>
              </a:spcAft>
              <a:buNone/>
            </a:pPr>
            <a:r>
              <a:rPr lang="en-US" sz="3200" b="0" i="0" u="none" strike="noStrike" cap="none">
                <a:solidFill>
                  <a:srgbClr val="FFFFFF"/>
                </a:solidFill>
                <a:latin typeface="Inter" panose="02000503000000020004"/>
                <a:ea typeface="Inter" panose="02000503000000020004"/>
                <a:cs typeface="Inter" panose="02000503000000020004"/>
                <a:sym typeface="Inter" panose="02000503000000020004"/>
              </a:rPr>
              <a:t>Jane Doe</a:t>
            </a:r>
            <a:endParaRPr lang="en-US" sz="3200" b="0" i="0" u="none" strike="noStrike" cap="none">
              <a:solidFill>
                <a:srgbClr val="FFFFFF"/>
              </a:solidFill>
              <a:latin typeface="Inter" panose="02000503000000020004"/>
              <a:ea typeface="Inter" panose="02000503000000020004"/>
              <a:cs typeface="Inter" panose="02000503000000020004"/>
              <a:sym typeface="Inter" panose="02000503000000020004"/>
            </a:endParaRPr>
          </a:p>
        </p:txBody>
      </p:sp>
      <p:sp>
        <p:nvSpPr>
          <p:cNvPr id="183" name="Google Shape;183;p18"/>
          <p:cNvSpPr txBox="1"/>
          <p:nvPr/>
        </p:nvSpPr>
        <p:spPr>
          <a:xfrm>
            <a:off x="12463228" y="8160963"/>
            <a:ext cx="5270700" cy="323100"/>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US" sz="2100" b="0" i="0" u="none" strike="noStrike" cap="none">
                <a:solidFill>
                  <a:srgbClr val="FFFFFF"/>
                </a:solidFill>
                <a:latin typeface="Inter Light" panose="02000503000000020004"/>
                <a:ea typeface="Inter Light" panose="02000503000000020004"/>
                <a:cs typeface="Inter Light" panose="02000503000000020004"/>
                <a:sym typeface="Inter Light" panose="02000503000000020004"/>
              </a:rPr>
              <a:t>position</a:t>
            </a:r>
            <a:endParaRPr lang="en-US" sz="2100" b="0" i="0" u="none" strike="noStrike" cap="none">
              <a:solidFill>
                <a:srgbClr val="FFFFFF"/>
              </a:solidFill>
              <a:latin typeface="Inter Light" panose="02000503000000020004"/>
              <a:ea typeface="Inter Light" panose="02000503000000020004"/>
              <a:cs typeface="Inter Light" panose="02000503000000020004"/>
              <a:sym typeface="Inter Light" panose="02000503000000020004"/>
            </a:endParaRPr>
          </a:p>
        </p:txBody>
      </p:sp>
      <p:sp>
        <p:nvSpPr>
          <p:cNvPr id="184" name="Google Shape;184;p18"/>
          <p:cNvSpPr txBox="1"/>
          <p:nvPr/>
        </p:nvSpPr>
        <p:spPr>
          <a:xfrm>
            <a:off x="17733922" y="10385123"/>
            <a:ext cx="33563334" cy="1381125"/>
          </a:xfrm>
          <a:prstGeom prst="rect">
            <a:avLst/>
          </a:prstGeom>
          <a:noFill/>
          <a:ln>
            <a:noFill/>
          </a:ln>
        </p:spPr>
        <p:txBody>
          <a:bodyPr spcFirstLastPara="1" wrap="square" lIns="0" tIns="0" rIns="0" bIns="0" anchor="t" anchorCtr="0">
            <a:spAutoFit/>
          </a:bodyPr>
          <a:lstStyle/>
          <a:p>
            <a:pPr marL="0" marR="0" lvl="0" indent="0" algn="l" rtl="0">
              <a:lnSpc>
                <a:spcPct val="80000"/>
              </a:lnSpc>
              <a:spcBef>
                <a:spcPts val="0"/>
              </a:spcBef>
              <a:spcAft>
                <a:spcPts val="0"/>
              </a:spcAft>
              <a:buNone/>
            </a:pPr>
            <a:r>
              <a:rPr lang="en-US" sz="12000" b="0" i="0" u="none" strike="noStrike" cap="none">
                <a:solidFill>
                  <a:srgbClr val="FFFFFF"/>
                </a:solidFill>
                <a:latin typeface="Inter" panose="02000503000000020004"/>
                <a:ea typeface="Inter" panose="02000503000000020004"/>
                <a:cs typeface="Inter" panose="02000503000000020004"/>
                <a:sym typeface="Inter" panose="02000503000000020004"/>
              </a:rPr>
              <a:t>Our Planets   Our Planets   Our Planets</a:t>
            </a:r>
            <a:endParaRPr lang="en-US" sz="12000" b="0" i="0" u="none" strike="noStrike" cap="none">
              <a:solidFill>
                <a:srgbClr val="FFFFFF"/>
              </a:solidFill>
              <a:latin typeface="Inter" panose="02000503000000020004"/>
              <a:ea typeface="Inter" panose="02000503000000020004"/>
              <a:cs typeface="Inter" panose="02000503000000020004"/>
              <a:sym typeface="Inter" panose="02000503000000020004"/>
            </a:endParaRPr>
          </a:p>
        </p:txBody>
      </p:sp>
    </p:spTree>
  </p:cSld>
  <p:clrMapOvr>
    <a:masterClrMapping/>
  </p:clrMapOvr>
  <p:transition spd="slow">
    <p:fade/>
  </p:transition>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88" name="Shape 188"/>
        <p:cNvGrpSpPr/>
        <p:nvPr/>
      </p:nvGrpSpPr>
      <p:grpSpPr>
        <a:xfrm>
          <a:off x="0" y="0"/>
          <a:ext cx="0" cy="0"/>
          <a:chOff x="0" y="0"/>
          <a:chExt cx="0" cy="0"/>
        </a:xfrm>
      </p:grpSpPr>
      <p:pic>
        <p:nvPicPr>
          <p:cNvPr id="189" name="Google Shape;189;p19"/>
          <p:cNvPicPr preferRelativeResize="0"/>
          <p:nvPr/>
        </p:nvPicPr>
        <p:blipFill>
          <a:blip r:embed="rId1"/>
          <a:stretch>
            <a:fillRect/>
          </a:stretch>
        </p:blipFill>
        <p:spPr>
          <a:xfrm>
            <a:off x="18" y="0"/>
            <a:ext cx="18288000" cy="10295938"/>
          </a:xfrm>
          <a:prstGeom prst="rect">
            <a:avLst/>
          </a:prstGeom>
          <a:noFill/>
          <a:ln>
            <a:noFill/>
          </a:ln>
        </p:spPr>
      </p:pic>
      <p:pic>
        <p:nvPicPr>
          <p:cNvPr id="190" name="Google Shape;190;p19"/>
          <p:cNvPicPr preferRelativeResize="0"/>
          <p:nvPr/>
        </p:nvPicPr>
        <p:blipFill>
          <a:blip r:embed="rId2"/>
          <a:stretch>
            <a:fillRect/>
          </a:stretch>
        </p:blipFill>
        <p:spPr>
          <a:xfrm>
            <a:off x="4572000" y="3019625"/>
            <a:ext cx="12687302" cy="5633100"/>
          </a:xfrm>
          <a:prstGeom prst="rect">
            <a:avLst/>
          </a:prstGeom>
          <a:noFill/>
          <a:ln>
            <a:noFill/>
          </a:ln>
        </p:spPr>
      </p:pic>
      <p:pic>
        <p:nvPicPr>
          <p:cNvPr id="191" name="Google Shape;191;p19"/>
          <p:cNvPicPr preferRelativeResize="0"/>
          <p:nvPr/>
        </p:nvPicPr>
        <p:blipFill>
          <a:blip r:embed="rId3"/>
          <a:stretch>
            <a:fillRect/>
          </a:stretch>
        </p:blipFill>
        <p:spPr>
          <a:xfrm>
            <a:off x="-10846799" y="-4122993"/>
            <a:ext cx="18901325" cy="17489239"/>
          </a:xfrm>
          <a:prstGeom prst="rect">
            <a:avLst/>
          </a:prstGeom>
          <a:noFill/>
          <a:ln>
            <a:noFill/>
          </a:ln>
        </p:spPr>
      </p:pic>
      <p:sp>
        <p:nvSpPr>
          <p:cNvPr id="192" name="Google Shape;192;p19"/>
          <p:cNvSpPr txBox="1"/>
          <p:nvPr/>
        </p:nvSpPr>
        <p:spPr>
          <a:xfrm>
            <a:off x="4725469" y="8156854"/>
            <a:ext cx="459600" cy="335100"/>
          </a:xfrm>
          <a:prstGeom prst="rect">
            <a:avLst/>
          </a:prstGeom>
          <a:noFill/>
          <a:ln>
            <a:noFill/>
          </a:ln>
        </p:spPr>
        <p:txBody>
          <a:bodyPr spcFirstLastPara="1" wrap="square" lIns="0" tIns="0" rIns="0" bIns="0" anchor="t" anchorCtr="0">
            <a:spAutoFit/>
          </a:bodyPr>
          <a:lstStyle/>
          <a:p>
            <a:pPr marL="0" marR="0" lvl="0" indent="0" algn="l" rtl="0">
              <a:lnSpc>
                <a:spcPct val="90000"/>
              </a:lnSpc>
              <a:spcBef>
                <a:spcPts val="0"/>
              </a:spcBef>
              <a:spcAft>
                <a:spcPts val="0"/>
              </a:spcAft>
              <a:buNone/>
            </a:pPr>
            <a:r>
              <a:rPr lang="en-US" sz="400" b="0" i="0" u="none" strike="noStrike" cap="none">
                <a:solidFill>
                  <a:srgbClr val="FFFFFF"/>
                </a:solidFill>
                <a:latin typeface="Inter" panose="02000503000000020004"/>
                <a:ea typeface="Inter" panose="02000503000000020004"/>
                <a:cs typeface="Inter" panose="02000503000000020004"/>
                <a:sym typeface="Inter" panose="02000503000000020004"/>
              </a:rPr>
              <a:t>Planet One is Mercury lorem ipsum dolor sit amet, consectetur adipiscing elit, sed do eiusmod tempor incididunt.</a:t>
            </a:r>
            <a:endParaRPr lang="en-US" sz="400" b="0" i="0" u="none" strike="noStrike" cap="none">
              <a:solidFill>
                <a:srgbClr val="FFFFFF"/>
              </a:solidFill>
              <a:latin typeface="Inter" panose="02000503000000020004"/>
              <a:ea typeface="Inter" panose="02000503000000020004"/>
              <a:cs typeface="Inter" panose="02000503000000020004"/>
              <a:sym typeface="Inter" panose="02000503000000020004"/>
            </a:endParaRPr>
          </a:p>
        </p:txBody>
      </p:sp>
      <p:sp>
        <p:nvSpPr>
          <p:cNvPr id="193" name="Google Shape;193;p19"/>
          <p:cNvSpPr txBox="1"/>
          <p:nvPr/>
        </p:nvSpPr>
        <p:spPr>
          <a:xfrm>
            <a:off x="15609801" y="284025"/>
            <a:ext cx="2124000" cy="215400"/>
          </a:xfrm>
          <a:prstGeom prst="rect">
            <a:avLst/>
          </a:prstGeom>
          <a:noFill/>
          <a:ln>
            <a:noFill/>
          </a:ln>
        </p:spPr>
        <p:txBody>
          <a:bodyPr spcFirstLastPara="1" wrap="square" lIns="0" tIns="0" rIns="0" bIns="0" anchor="t" anchorCtr="0">
            <a:spAutoFit/>
          </a:bodyPr>
          <a:lstStyle/>
          <a:p>
            <a:pPr marL="0" marR="0" lvl="0" indent="0" algn="r" rtl="0">
              <a:lnSpc>
                <a:spcPct val="140000"/>
              </a:lnSpc>
              <a:spcBef>
                <a:spcPts val="0"/>
              </a:spcBef>
              <a:spcAft>
                <a:spcPts val="0"/>
              </a:spcAft>
              <a:buNone/>
            </a:pPr>
            <a:r>
              <a:rPr lang="en-US" sz="1400" b="1" i="0" u="none" strike="noStrike" cap="none">
                <a:solidFill>
                  <a:srgbClr val="FFFFFF"/>
                </a:solidFill>
                <a:latin typeface="Inter" panose="02000503000000020004"/>
                <a:ea typeface="Inter" panose="02000503000000020004"/>
                <a:cs typeface="Inter" panose="02000503000000020004"/>
                <a:sym typeface="Inter" panose="02000503000000020004"/>
              </a:rPr>
              <a:t>SLIDESCARNIVAL</a:t>
            </a:r>
            <a:endParaRPr lang="en-US" sz="1400" b="1" i="0" u="none" strike="noStrike" cap="none">
              <a:solidFill>
                <a:srgbClr val="FFFFFF"/>
              </a:solidFill>
              <a:latin typeface="Inter" panose="02000503000000020004"/>
              <a:ea typeface="Inter" panose="02000503000000020004"/>
              <a:cs typeface="Inter" panose="02000503000000020004"/>
              <a:sym typeface="Inter" panose="02000503000000020004"/>
            </a:endParaRPr>
          </a:p>
        </p:txBody>
      </p:sp>
      <p:sp>
        <p:nvSpPr>
          <p:cNvPr id="194" name="Google Shape;194;p19"/>
          <p:cNvSpPr txBox="1"/>
          <p:nvPr/>
        </p:nvSpPr>
        <p:spPr>
          <a:xfrm>
            <a:off x="554075" y="284025"/>
            <a:ext cx="1664400" cy="21540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1400" b="1" i="0" u="none" strike="noStrike" cap="none">
                <a:solidFill>
                  <a:srgbClr val="ABABAB"/>
                </a:solidFill>
                <a:latin typeface="Inter" panose="02000503000000020004"/>
                <a:ea typeface="Inter" panose="02000503000000020004"/>
                <a:cs typeface="Inter" panose="02000503000000020004"/>
                <a:sym typeface="Inter" panose="02000503000000020004"/>
              </a:rPr>
              <a:t>TECH COMPANY</a:t>
            </a:r>
            <a:endParaRPr lang="en-US" sz="1400" b="1" i="0" u="none" strike="noStrike" cap="none">
              <a:solidFill>
                <a:srgbClr val="ABABAB"/>
              </a:solidFill>
              <a:latin typeface="Inter" panose="02000503000000020004"/>
              <a:ea typeface="Inter" panose="02000503000000020004"/>
              <a:cs typeface="Inter" panose="02000503000000020004"/>
              <a:sym typeface="Inter" panose="02000503000000020004"/>
            </a:endParaRPr>
          </a:p>
        </p:txBody>
      </p:sp>
      <p:sp>
        <p:nvSpPr>
          <p:cNvPr id="195" name="Google Shape;195;p19"/>
          <p:cNvSpPr txBox="1"/>
          <p:nvPr/>
        </p:nvSpPr>
        <p:spPr>
          <a:xfrm>
            <a:off x="3103482" y="284025"/>
            <a:ext cx="1121400" cy="21540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1400" b="1" i="0" u="none" strike="noStrike" cap="none">
                <a:solidFill>
                  <a:srgbClr val="ABABAB"/>
                </a:solidFill>
                <a:latin typeface="Inter" panose="02000503000000020004"/>
                <a:ea typeface="Inter" panose="02000503000000020004"/>
                <a:cs typeface="Inter" panose="02000503000000020004"/>
                <a:sym typeface="Inter" panose="02000503000000020004"/>
              </a:rPr>
              <a:t>CONTENTS</a:t>
            </a:r>
            <a:endParaRPr lang="en-US" sz="1400" b="1" i="0" u="none" strike="noStrike" cap="none">
              <a:solidFill>
                <a:srgbClr val="ABABAB"/>
              </a:solidFill>
              <a:latin typeface="Inter" panose="02000503000000020004"/>
              <a:ea typeface="Inter" panose="02000503000000020004"/>
              <a:cs typeface="Inter" panose="02000503000000020004"/>
              <a:sym typeface="Inter" panose="02000503000000020004"/>
            </a:endParaRPr>
          </a:p>
        </p:txBody>
      </p:sp>
      <p:sp>
        <p:nvSpPr>
          <p:cNvPr id="196" name="Google Shape;196;p19"/>
          <p:cNvSpPr txBox="1"/>
          <p:nvPr/>
        </p:nvSpPr>
        <p:spPr>
          <a:xfrm>
            <a:off x="5032390" y="284025"/>
            <a:ext cx="1558800" cy="21540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1400" b="1" i="0" u="none" strike="noStrike" cap="none">
                <a:solidFill>
                  <a:srgbClr val="ABABAB"/>
                </a:solidFill>
                <a:latin typeface="Inter" panose="02000503000000020004"/>
                <a:ea typeface="Inter" panose="02000503000000020004"/>
                <a:cs typeface="Inter" panose="02000503000000020004"/>
                <a:sym typeface="Inter" panose="02000503000000020004"/>
              </a:rPr>
              <a:t>INTRODUCTION</a:t>
            </a:r>
            <a:endParaRPr lang="en-US" sz="1400" b="1" i="0" u="none" strike="noStrike" cap="none">
              <a:solidFill>
                <a:srgbClr val="ABABAB"/>
              </a:solidFill>
              <a:latin typeface="Inter" panose="02000503000000020004"/>
              <a:ea typeface="Inter" panose="02000503000000020004"/>
              <a:cs typeface="Inter" panose="02000503000000020004"/>
              <a:sym typeface="Inter" panose="02000503000000020004"/>
            </a:endParaRPr>
          </a:p>
        </p:txBody>
      </p:sp>
      <p:sp>
        <p:nvSpPr>
          <p:cNvPr id="197" name="Google Shape;197;p19"/>
          <p:cNvSpPr txBox="1"/>
          <p:nvPr/>
        </p:nvSpPr>
        <p:spPr>
          <a:xfrm>
            <a:off x="7461295" y="284025"/>
            <a:ext cx="1040700" cy="21540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1400" b="1" i="0" u="none" strike="noStrike" cap="none">
                <a:solidFill>
                  <a:srgbClr val="ABABAB"/>
                </a:solidFill>
                <a:latin typeface="Inter" panose="02000503000000020004"/>
                <a:ea typeface="Inter" panose="02000503000000020004"/>
                <a:cs typeface="Inter" panose="02000503000000020004"/>
                <a:sym typeface="Inter" panose="02000503000000020004"/>
              </a:rPr>
              <a:t>ABOUT US</a:t>
            </a:r>
            <a:endParaRPr lang="en-US" sz="1400" b="1" i="0" u="none" strike="noStrike" cap="none">
              <a:solidFill>
                <a:srgbClr val="ABABAB"/>
              </a:solidFill>
              <a:latin typeface="Inter" panose="02000503000000020004"/>
              <a:ea typeface="Inter" panose="02000503000000020004"/>
              <a:cs typeface="Inter" panose="02000503000000020004"/>
              <a:sym typeface="Inter" panose="02000503000000020004"/>
            </a:endParaRPr>
          </a:p>
        </p:txBody>
      </p:sp>
      <p:sp>
        <p:nvSpPr>
          <p:cNvPr id="198" name="Google Shape;198;p19"/>
          <p:cNvSpPr txBox="1"/>
          <p:nvPr/>
        </p:nvSpPr>
        <p:spPr>
          <a:xfrm>
            <a:off x="9297902" y="284025"/>
            <a:ext cx="1602900" cy="21540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1400" b="1" i="0" u="none" strike="noStrike" cap="none">
                <a:solidFill>
                  <a:srgbClr val="FFFFFF"/>
                </a:solidFill>
                <a:latin typeface="Inter" panose="02000503000000020004"/>
                <a:ea typeface="Inter" panose="02000503000000020004"/>
                <a:cs typeface="Inter" panose="02000503000000020004"/>
                <a:sym typeface="Inter" panose="02000503000000020004"/>
              </a:rPr>
              <a:t>OUR PRODUCTS</a:t>
            </a:r>
            <a:endParaRPr lang="en-US" sz="1400" b="1" i="0" u="none" strike="noStrike" cap="none">
              <a:solidFill>
                <a:srgbClr val="FFFFFF"/>
              </a:solidFill>
              <a:latin typeface="Inter" panose="02000503000000020004"/>
              <a:ea typeface="Inter" panose="02000503000000020004"/>
              <a:cs typeface="Inter" panose="02000503000000020004"/>
              <a:sym typeface="Inter" panose="02000503000000020004"/>
            </a:endParaRPr>
          </a:p>
        </p:txBody>
      </p:sp>
      <p:sp>
        <p:nvSpPr>
          <p:cNvPr id="199" name="Google Shape;199;p19"/>
          <p:cNvSpPr txBox="1"/>
          <p:nvPr/>
        </p:nvSpPr>
        <p:spPr>
          <a:xfrm>
            <a:off x="-4524793" y="1476375"/>
            <a:ext cx="33563334" cy="1381125"/>
          </a:xfrm>
          <a:prstGeom prst="rect">
            <a:avLst/>
          </a:prstGeom>
          <a:noFill/>
          <a:ln>
            <a:noFill/>
          </a:ln>
        </p:spPr>
        <p:txBody>
          <a:bodyPr spcFirstLastPara="1" wrap="square" lIns="0" tIns="0" rIns="0" bIns="0" anchor="t" anchorCtr="0">
            <a:spAutoFit/>
          </a:bodyPr>
          <a:lstStyle/>
          <a:p>
            <a:pPr marL="0" marR="0" lvl="0" indent="0" algn="l" rtl="0">
              <a:lnSpc>
                <a:spcPct val="80000"/>
              </a:lnSpc>
              <a:spcBef>
                <a:spcPts val="0"/>
              </a:spcBef>
              <a:spcAft>
                <a:spcPts val="0"/>
              </a:spcAft>
              <a:buNone/>
            </a:pPr>
            <a:r>
              <a:rPr lang="en-US" sz="12000" b="0" i="0" u="none" strike="noStrike" cap="none">
                <a:solidFill>
                  <a:srgbClr val="FFFFFF"/>
                </a:solidFill>
                <a:latin typeface="Inter" panose="02000503000000020004"/>
                <a:ea typeface="Inter" panose="02000503000000020004"/>
                <a:cs typeface="Inter" panose="02000503000000020004"/>
                <a:sym typeface="Inter" panose="02000503000000020004"/>
              </a:rPr>
              <a:t>Our Planets   Our Planets   Our Planets</a:t>
            </a:r>
            <a:endParaRPr lang="en-US" sz="12000" b="0" i="0" u="none" strike="noStrike" cap="none">
              <a:solidFill>
                <a:srgbClr val="FFFFFF"/>
              </a:solidFill>
              <a:latin typeface="Inter" panose="02000503000000020004"/>
              <a:ea typeface="Inter" panose="02000503000000020004"/>
              <a:cs typeface="Inter" panose="02000503000000020004"/>
              <a:sym typeface="Inter" panose="02000503000000020004"/>
            </a:endParaRPr>
          </a:p>
        </p:txBody>
      </p:sp>
    </p:spTree>
  </p:cSld>
  <p:clrMapOvr>
    <a:masterClrMapping/>
  </p:clrMapOvr>
  <p:transition spd="slow">
    <p:fade/>
  </p:transition>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203" name="Shape 203"/>
        <p:cNvGrpSpPr/>
        <p:nvPr/>
      </p:nvGrpSpPr>
      <p:grpSpPr>
        <a:xfrm>
          <a:off x="0" y="0"/>
          <a:ext cx="0" cy="0"/>
          <a:chOff x="0" y="0"/>
          <a:chExt cx="0" cy="0"/>
        </a:xfrm>
      </p:grpSpPr>
      <p:pic>
        <p:nvPicPr>
          <p:cNvPr id="204" name="Google Shape;204;p20"/>
          <p:cNvPicPr preferRelativeResize="0"/>
          <p:nvPr/>
        </p:nvPicPr>
        <p:blipFill>
          <a:blip r:embed="rId1"/>
          <a:stretch>
            <a:fillRect/>
          </a:stretch>
        </p:blipFill>
        <p:spPr>
          <a:xfrm>
            <a:off x="18" y="0"/>
            <a:ext cx="18288000" cy="10295938"/>
          </a:xfrm>
          <a:prstGeom prst="rect">
            <a:avLst/>
          </a:prstGeom>
          <a:noFill/>
          <a:ln>
            <a:noFill/>
          </a:ln>
        </p:spPr>
      </p:pic>
      <p:pic>
        <p:nvPicPr>
          <p:cNvPr id="205" name="Google Shape;205;p20"/>
          <p:cNvPicPr preferRelativeResize="0"/>
          <p:nvPr/>
        </p:nvPicPr>
        <p:blipFill>
          <a:blip r:embed="rId2"/>
          <a:stretch>
            <a:fillRect/>
          </a:stretch>
        </p:blipFill>
        <p:spPr>
          <a:xfrm>
            <a:off x="-2352775" y="-245300"/>
            <a:ext cx="10885824" cy="10911216"/>
          </a:xfrm>
          <a:prstGeom prst="rect">
            <a:avLst/>
          </a:prstGeom>
          <a:noFill/>
          <a:ln>
            <a:noFill/>
          </a:ln>
        </p:spPr>
      </p:pic>
      <p:sp>
        <p:nvSpPr>
          <p:cNvPr id="206" name="Google Shape;206;p20"/>
          <p:cNvSpPr txBox="1"/>
          <p:nvPr/>
        </p:nvSpPr>
        <p:spPr>
          <a:xfrm>
            <a:off x="8533061" y="2000250"/>
            <a:ext cx="9201000" cy="6649500"/>
          </a:xfrm>
          <a:prstGeom prst="rect">
            <a:avLst/>
          </a:prstGeom>
          <a:noFill/>
          <a:ln>
            <a:noFill/>
          </a:ln>
        </p:spPr>
        <p:txBody>
          <a:bodyPr spcFirstLastPara="1" wrap="square" lIns="0" tIns="0" rIns="0" bIns="0" anchor="t" anchorCtr="0">
            <a:spAutoFit/>
          </a:bodyPr>
          <a:lstStyle/>
          <a:p>
            <a:pPr marL="0" marR="0" lvl="0" indent="0" algn="l" rtl="0">
              <a:lnSpc>
                <a:spcPct val="90000"/>
              </a:lnSpc>
              <a:spcBef>
                <a:spcPts val="0"/>
              </a:spcBef>
              <a:spcAft>
                <a:spcPts val="0"/>
              </a:spcAft>
              <a:buNone/>
            </a:pPr>
            <a:r>
              <a:rPr lang="en-US" sz="8000" b="0" i="0" u="none" strike="noStrike" cap="none">
                <a:solidFill>
                  <a:srgbClr val="FFFFFF"/>
                </a:solidFill>
                <a:latin typeface="Inter" panose="02000503000000020004"/>
                <a:ea typeface="Inter" panose="02000503000000020004"/>
                <a:cs typeface="Inter" panose="02000503000000020004"/>
                <a:sym typeface="Inter" panose="02000503000000020004"/>
              </a:rPr>
              <a:t>Planet One is Mercury lorem ipsum dolor sit amet, consectetur adipiscing elit, sed do eiusmod</a:t>
            </a:r>
            <a:r>
              <a:rPr lang="en-US" sz="8000">
                <a:solidFill>
                  <a:srgbClr val="FFFFFF"/>
                </a:solidFill>
                <a:latin typeface="Inter" panose="02000503000000020004"/>
                <a:ea typeface="Inter" panose="02000503000000020004"/>
                <a:cs typeface="Inter" panose="02000503000000020004"/>
                <a:sym typeface="Inter" panose="02000503000000020004"/>
              </a:rPr>
              <a:t>.</a:t>
            </a:r>
            <a:endParaRPr lang="en-US" sz="8000">
              <a:solidFill>
                <a:srgbClr val="FFFFFF"/>
              </a:solidFill>
              <a:latin typeface="Inter" panose="02000503000000020004"/>
              <a:ea typeface="Inter" panose="02000503000000020004"/>
              <a:cs typeface="Inter" panose="02000503000000020004"/>
              <a:sym typeface="Inter" panose="02000503000000020004"/>
            </a:endParaRPr>
          </a:p>
        </p:txBody>
      </p:sp>
      <p:sp>
        <p:nvSpPr>
          <p:cNvPr id="207" name="Google Shape;207;p20"/>
          <p:cNvSpPr txBox="1"/>
          <p:nvPr/>
        </p:nvSpPr>
        <p:spPr>
          <a:xfrm>
            <a:off x="15811501" y="284025"/>
            <a:ext cx="1922400" cy="215400"/>
          </a:xfrm>
          <a:prstGeom prst="rect">
            <a:avLst/>
          </a:prstGeom>
          <a:noFill/>
          <a:ln>
            <a:noFill/>
          </a:ln>
        </p:spPr>
        <p:txBody>
          <a:bodyPr spcFirstLastPara="1" wrap="square" lIns="0" tIns="0" rIns="0" bIns="0" anchor="t" anchorCtr="0">
            <a:spAutoFit/>
          </a:bodyPr>
          <a:lstStyle/>
          <a:p>
            <a:pPr marL="0" marR="0" lvl="0" indent="0" algn="r" rtl="0">
              <a:lnSpc>
                <a:spcPct val="140000"/>
              </a:lnSpc>
              <a:spcBef>
                <a:spcPts val="0"/>
              </a:spcBef>
              <a:spcAft>
                <a:spcPts val="0"/>
              </a:spcAft>
              <a:buNone/>
            </a:pPr>
            <a:r>
              <a:rPr lang="en-US" sz="1400" b="1" i="0" u="none" strike="noStrike" cap="none">
                <a:solidFill>
                  <a:srgbClr val="FFFFFF"/>
                </a:solidFill>
                <a:latin typeface="Inter" panose="02000503000000020004"/>
                <a:ea typeface="Inter" panose="02000503000000020004"/>
                <a:cs typeface="Inter" panose="02000503000000020004"/>
                <a:sym typeface="Inter" panose="02000503000000020004"/>
              </a:rPr>
              <a:t>SLIDESCARNIVAL</a:t>
            </a:r>
            <a:endParaRPr lang="en-US" sz="1400" b="1" i="0" u="none" strike="noStrike" cap="none">
              <a:solidFill>
                <a:srgbClr val="FFFFFF"/>
              </a:solidFill>
              <a:latin typeface="Inter" panose="02000503000000020004"/>
              <a:ea typeface="Inter" panose="02000503000000020004"/>
              <a:cs typeface="Inter" panose="02000503000000020004"/>
              <a:sym typeface="Inter" panose="02000503000000020004"/>
            </a:endParaRPr>
          </a:p>
        </p:txBody>
      </p:sp>
      <p:sp>
        <p:nvSpPr>
          <p:cNvPr id="208" name="Google Shape;208;p20"/>
          <p:cNvSpPr txBox="1"/>
          <p:nvPr/>
        </p:nvSpPr>
        <p:spPr>
          <a:xfrm>
            <a:off x="554075" y="284025"/>
            <a:ext cx="1571700" cy="21540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1400" b="1" i="0" u="none" strike="noStrike" cap="none">
                <a:solidFill>
                  <a:srgbClr val="ABABAB"/>
                </a:solidFill>
                <a:latin typeface="Inter" panose="02000503000000020004"/>
                <a:ea typeface="Inter" panose="02000503000000020004"/>
                <a:cs typeface="Inter" panose="02000503000000020004"/>
                <a:sym typeface="Inter" panose="02000503000000020004"/>
              </a:rPr>
              <a:t>TECH COMPANY</a:t>
            </a:r>
            <a:endParaRPr lang="en-US" sz="1400" b="1" i="0" u="none" strike="noStrike" cap="none">
              <a:solidFill>
                <a:srgbClr val="ABABAB"/>
              </a:solidFill>
              <a:latin typeface="Inter" panose="02000503000000020004"/>
              <a:ea typeface="Inter" panose="02000503000000020004"/>
              <a:cs typeface="Inter" panose="02000503000000020004"/>
              <a:sym typeface="Inter" panose="02000503000000020004"/>
            </a:endParaRPr>
          </a:p>
        </p:txBody>
      </p:sp>
      <p:sp>
        <p:nvSpPr>
          <p:cNvPr id="209" name="Google Shape;209;p20"/>
          <p:cNvSpPr txBox="1"/>
          <p:nvPr/>
        </p:nvSpPr>
        <p:spPr>
          <a:xfrm>
            <a:off x="2961625" y="284025"/>
            <a:ext cx="1059000" cy="21540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1400" b="1" i="0" u="none" strike="noStrike" cap="none">
                <a:solidFill>
                  <a:srgbClr val="ABABAB"/>
                </a:solidFill>
                <a:latin typeface="Inter" panose="02000503000000020004"/>
                <a:ea typeface="Inter" panose="02000503000000020004"/>
                <a:cs typeface="Inter" panose="02000503000000020004"/>
                <a:sym typeface="Inter" panose="02000503000000020004"/>
              </a:rPr>
              <a:t>CONTENTS</a:t>
            </a:r>
            <a:endParaRPr lang="en-US" sz="1400" b="1" i="0" u="none" strike="noStrike" cap="none">
              <a:solidFill>
                <a:srgbClr val="ABABAB"/>
              </a:solidFill>
              <a:latin typeface="Inter" panose="02000503000000020004"/>
              <a:ea typeface="Inter" panose="02000503000000020004"/>
              <a:cs typeface="Inter" panose="02000503000000020004"/>
              <a:sym typeface="Inter" panose="02000503000000020004"/>
            </a:endParaRPr>
          </a:p>
        </p:txBody>
      </p:sp>
      <p:sp>
        <p:nvSpPr>
          <p:cNvPr id="210" name="Google Shape;210;p20"/>
          <p:cNvSpPr txBox="1"/>
          <p:nvPr/>
        </p:nvSpPr>
        <p:spPr>
          <a:xfrm>
            <a:off x="4783203" y="284025"/>
            <a:ext cx="1472100" cy="21540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1400" b="1" i="0" u="none" strike="noStrike" cap="none">
                <a:solidFill>
                  <a:srgbClr val="ABABAB"/>
                </a:solidFill>
                <a:latin typeface="Inter" panose="02000503000000020004"/>
                <a:ea typeface="Inter" panose="02000503000000020004"/>
                <a:cs typeface="Inter" panose="02000503000000020004"/>
                <a:sym typeface="Inter" panose="02000503000000020004"/>
              </a:rPr>
              <a:t>INTRODUCTION</a:t>
            </a:r>
            <a:endParaRPr lang="en-US" sz="1400" b="1" i="0" u="none" strike="noStrike" cap="none">
              <a:solidFill>
                <a:srgbClr val="ABABAB"/>
              </a:solidFill>
              <a:latin typeface="Inter" panose="02000503000000020004"/>
              <a:ea typeface="Inter" panose="02000503000000020004"/>
              <a:cs typeface="Inter" panose="02000503000000020004"/>
              <a:sym typeface="Inter" panose="02000503000000020004"/>
            </a:endParaRPr>
          </a:p>
        </p:txBody>
      </p:sp>
      <p:sp>
        <p:nvSpPr>
          <p:cNvPr id="211" name="Google Shape;211;p20"/>
          <p:cNvSpPr txBox="1"/>
          <p:nvPr/>
        </p:nvSpPr>
        <p:spPr>
          <a:xfrm>
            <a:off x="7076956" y="284025"/>
            <a:ext cx="982800" cy="21540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1400" b="1" i="0" u="none" strike="noStrike" cap="none">
                <a:solidFill>
                  <a:srgbClr val="ABABAB"/>
                </a:solidFill>
                <a:latin typeface="Inter" panose="02000503000000020004"/>
                <a:ea typeface="Inter" panose="02000503000000020004"/>
                <a:cs typeface="Inter" panose="02000503000000020004"/>
                <a:sym typeface="Inter" panose="02000503000000020004"/>
              </a:rPr>
              <a:t>ABOUT US</a:t>
            </a:r>
            <a:endParaRPr lang="en-US" sz="1400" b="1" i="0" u="none" strike="noStrike" cap="none">
              <a:solidFill>
                <a:srgbClr val="ABABAB"/>
              </a:solidFill>
              <a:latin typeface="Inter" panose="02000503000000020004"/>
              <a:ea typeface="Inter" panose="02000503000000020004"/>
              <a:cs typeface="Inter" panose="02000503000000020004"/>
              <a:sym typeface="Inter" panose="02000503000000020004"/>
            </a:endParaRPr>
          </a:p>
        </p:txBody>
      </p:sp>
      <p:sp>
        <p:nvSpPr>
          <p:cNvPr id="212" name="Google Shape;212;p20"/>
          <p:cNvSpPr txBox="1"/>
          <p:nvPr/>
        </p:nvSpPr>
        <p:spPr>
          <a:xfrm>
            <a:off x="8811369" y="284025"/>
            <a:ext cx="1513800" cy="21540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1400" b="1" i="0" u="none" strike="noStrike" cap="none">
                <a:solidFill>
                  <a:srgbClr val="FFFFFF"/>
                </a:solidFill>
                <a:latin typeface="Inter" panose="02000503000000020004"/>
                <a:ea typeface="Inter" panose="02000503000000020004"/>
                <a:cs typeface="Inter" panose="02000503000000020004"/>
                <a:sym typeface="Inter" panose="02000503000000020004"/>
              </a:rPr>
              <a:t>OUR PRODUCTS</a:t>
            </a:r>
            <a:endParaRPr lang="en-US" sz="1400" b="1" i="0" u="none" strike="noStrike" cap="none">
              <a:solidFill>
                <a:srgbClr val="FFFFFF"/>
              </a:solidFill>
              <a:latin typeface="Inter" panose="02000503000000020004"/>
              <a:ea typeface="Inter" panose="02000503000000020004"/>
              <a:cs typeface="Inter" panose="02000503000000020004"/>
              <a:sym typeface="Inter" panose="02000503000000020004"/>
            </a:endParaRPr>
          </a:p>
        </p:txBody>
      </p:sp>
    </p:spTree>
  </p:cSld>
  <p:clrMapOvr>
    <a:masterClrMapping/>
  </p:clrMapOvr>
  <p:transition spd="slow">
    <p:fade/>
  </p:transition>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216" name="Shape 216"/>
        <p:cNvGrpSpPr/>
        <p:nvPr/>
      </p:nvGrpSpPr>
      <p:grpSpPr>
        <a:xfrm>
          <a:off x="0" y="0"/>
          <a:ext cx="0" cy="0"/>
          <a:chOff x="0" y="0"/>
          <a:chExt cx="0" cy="0"/>
        </a:xfrm>
      </p:grpSpPr>
      <p:pic>
        <p:nvPicPr>
          <p:cNvPr id="217" name="Google Shape;217;p21"/>
          <p:cNvPicPr preferRelativeResize="0"/>
          <p:nvPr/>
        </p:nvPicPr>
        <p:blipFill>
          <a:blip r:embed="rId1"/>
          <a:stretch>
            <a:fillRect/>
          </a:stretch>
        </p:blipFill>
        <p:spPr>
          <a:xfrm>
            <a:off x="18" y="0"/>
            <a:ext cx="18288000" cy="10295938"/>
          </a:xfrm>
          <a:prstGeom prst="rect">
            <a:avLst/>
          </a:prstGeom>
          <a:noFill/>
          <a:ln>
            <a:noFill/>
          </a:ln>
        </p:spPr>
      </p:pic>
      <p:sp>
        <p:nvSpPr>
          <p:cNvPr id="218" name="Google Shape;218;p21"/>
          <p:cNvSpPr/>
          <p:nvPr/>
        </p:nvSpPr>
        <p:spPr>
          <a:xfrm>
            <a:off x="0" y="0"/>
            <a:ext cx="18288000" cy="10287000"/>
          </a:xfrm>
          <a:custGeom>
            <a:avLst/>
            <a:gdLst/>
            <a:ahLst/>
            <a:cxnLst/>
            <a:rect l="l" t="t" r="r" b="b"/>
            <a:pathLst>
              <a:path w="18288000" h="10287000" extrusionOk="0">
                <a:moveTo>
                  <a:pt x="0" y="0"/>
                </a:moveTo>
                <a:lnTo>
                  <a:pt x="18288000" y="0"/>
                </a:lnTo>
                <a:lnTo>
                  <a:pt x="18288000" y="10287000"/>
                </a:lnTo>
                <a:lnTo>
                  <a:pt x="0" y="10287000"/>
                </a:lnTo>
                <a:lnTo>
                  <a:pt x="0" y="0"/>
                </a:lnTo>
                <a:close/>
              </a:path>
            </a:pathLst>
          </a:custGeom>
          <a:blipFill rotWithShape="1">
            <a:blip r:embed="rId2">
              <a:alphaModFix amt="50000"/>
            </a:blip>
            <a:stretch>
              <a:fillRect t="-9220" b="-9219"/>
            </a:stretch>
          </a:blipFill>
          <a:ln>
            <a:noFill/>
          </a:ln>
        </p:spPr>
      </p:sp>
      <p:sp>
        <p:nvSpPr>
          <p:cNvPr id="219" name="Google Shape;219;p21"/>
          <p:cNvSpPr txBox="1"/>
          <p:nvPr/>
        </p:nvSpPr>
        <p:spPr>
          <a:xfrm>
            <a:off x="0" y="10258419"/>
            <a:ext cx="39216" cy="28581"/>
          </a:xfrm>
          <a:prstGeom prst="rect">
            <a:avLst/>
          </a:prstGeom>
          <a:noFill/>
          <a:ln>
            <a:noFill/>
          </a:ln>
        </p:spPr>
        <p:txBody>
          <a:bodyPr spcFirstLastPara="1" wrap="square" lIns="0" tIns="0" rIns="0" bIns="0" anchor="t" anchorCtr="0">
            <a:spAutoFit/>
          </a:bodyPr>
          <a:lstStyle/>
          <a:p>
            <a:pPr marL="0" marR="0" lvl="0" indent="0" algn="l" rtl="0">
              <a:lnSpc>
                <a:spcPct val="30000"/>
              </a:lnSpc>
              <a:spcBef>
                <a:spcPts val="0"/>
              </a:spcBef>
              <a:spcAft>
                <a:spcPts val="0"/>
              </a:spcAft>
              <a:buNone/>
            </a:pPr>
            <a:r>
              <a:rPr lang="en-US" sz="100" b="0" i="0" u="none" strike="noStrike" cap="none">
                <a:solidFill>
                  <a:srgbClr val="FFFFFF"/>
                </a:solidFill>
                <a:latin typeface="Inter" panose="02000503000000020004"/>
                <a:ea typeface="Inter" panose="02000503000000020004"/>
                <a:cs typeface="Inter" panose="02000503000000020004"/>
                <a:sym typeface="Inter" panose="02000503000000020004"/>
              </a:rPr>
              <a:t>Planet One is Mercury lorem ipsum dolor sit amet, consectetur adipiscing elit, sed do eiusmod tempor incididunt.</a:t>
            </a:r>
            <a:endParaRPr lang="en-US" sz="100" b="0" i="0" u="none" strike="noStrike" cap="none">
              <a:solidFill>
                <a:srgbClr val="FFFFFF"/>
              </a:solidFill>
              <a:latin typeface="Inter" panose="02000503000000020004"/>
              <a:ea typeface="Inter" panose="02000503000000020004"/>
              <a:cs typeface="Inter" panose="02000503000000020004"/>
              <a:sym typeface="Inter" panose="02000503000000020004"/>
            </a:endParaRPr>
          </a:p>
        </p:txBody>
      </p:sp>
      <p:pic>
        <p:nvPicPr>
          <p:cNvPr id="220" name="Google Shape;220;p21"/>
          <p:cNvPicPr preferRelativeResize="0"/>
          <p:nvPr/>
        </p:nvPicPr>
        <p:blipFill>
          <a:blip r:embed="rId3"/>
          <a:stretch>
            <a:fillRect/>
          </a:stretch>
        </p:blipFill>
        <p:spPr>
          <a:xfrm>
            <a:off x="9042250" y="-660100"/>
            <a:ext cx="11578173" cy="11603550"/>
          </a:xfrm>
          <a:prstGeom prst="rect">
            <a:avLst/>
          </a:prstGeom>
          <a:noFill/>
          <a:ln>
            <a:noFill/>
          </a:ln>
        </p:spPr>
      </p:pic>
      <p:grpSp>
        <p:nvGrpSpPr>
          <p:cNvPr id="221" name="Google Shape;221;p21"/>
          <p:cNvGrpSpPr/>
          <p:nvPr/>
        </p:nvGrpSpPr>
        <p:grpSpPr>
          <a:xfrm>
            <a:off x="554078" y="2883698"/>
            <a:ext cx="8488125" cy="5256994"/>
            <a:chOff x="0" y="209550"/>
            <a:chExt cx="11317500" cy="7009326"/>
          </a:xfrm>
        </p:grpSpPr>
        <p:sp>
          <p:nvSpPr>
            <p:cNvPr id="222" name="Google Shape;222;p21"/>
            <p:cNvSpPr txBox="1"/>
            <p:nvPr/>
          </p:nvSpPr>
          <p:spPr>
            <a:xfrm>
              <a:off x="0" y="209550"/>
              <a:ext cx="11317500" cy="1477800"/>
            </a:xfrm>
            <a:prstGeom prst="rect">
              <a:avLst/>
            </a:prstGeom>
            <a:noFill/>
            <a:ln>
              <a:noFill/>
            </a:ln>
          </p:spPr>
          <p:txBody>
            <a:bodyPr spcFirstLastPara="1" wrap="square" lIns="0" tIns="0" rIns="0" bIns="0" anchor="t" anchorCtr="0">
              <a:spAutoFit/>
            </a:bodyPr>
            <a:lstStyle/>
            <a:p>
              <a:pPr marL="0" marR="0" lvl="0" indent="0" algn="l" rtl="0">
                <a:lnSpc>
                  <a:spcPct val="90000"/>
                </a:lnSpc>
                <a:spcBef>
                  <a:spcPts val="0"/>
                </a:spcBef>
                <a:spcAft>
                  <a:spcPts val="0"/>
                </a:spcAft>
                <a:buNone/>
              </a:pPr>
              <a:r>
                <a:rPr lang="en-US" sz="8000" b="0" i="0" u="none" strike="noStrike" cap="none">
                  <a:solidFill>
                    <a:srgbClr val="FFFFFF"/>
                  </a:solidFill>
                  <a:latin typeface="Inter" panose="02000503000000020004"/>
                  <a:ea typeface="Inter" panose="02000503000000020004"/>
                  <a:cs typeface="Inter" panose="02000503000000020004"/>
                  <a:sym typeface="Inter" panose="02000503000000020004"/>
                </a:rPr>
                <a:t>Venus</a:t>
              </a:r>
              <a:endParaRPr lang="en-US" sz="8000" b="0" i="0" u="none" strike="noStrike" cap="none">
                <a:solidFill>
                  <a:srgbClr val="FFFFFF"/>
                </a:solidFill>
                <a:latin typeface="Inter" panose="02000503000000020004"/>
                <a:ea typeface="Inter" panose="02000503000000020004"/>
                <a:cs typeface="Inter" panose="02000503000000020004"/>
                <a:sym typeface="Inter" panose="02000503000000020004"/>
              </a:endParaRPr>
            </a:p>
          </p:txBody>
        </p:sp>
        <p:sp>
          <p:nvSpPr>
            <p:cNvPr id="223" name="Google Shape;223;p21"/>
            <p:cNvSpPr txBox="1"/>
            <p:nvPr/>
          </p:nvSpPr>
          <p:spPr>
            <a:xfrm>
              <a:off x="0" y="1616076"/>
              <a:ext cx="11317500" cy="5602800"/>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US" sz="2100" b="0" i="0" u="none" strike="noStrike" cap="none">
                  <a:solidFill>
                    <a:srgbClr val="FFFFFF"/>
                  </a:solidFill>
                  <a:latin typeface="Inter Light" panose="02000503000000020004"/>
                  <a:ea typeface="Inter Light" panose="02000503000000020004"/>
                  <a:cs typeface="Inter Light" panose="02000503000000020004"/>
                  <a:sym typeface="Inter Light" panose="02000503000000020004"/>
                </a:rPr>
                <a:t>Presentations are communication tools that can be used as demonstrations, lectures, speeches, reports, and more. It is mostly presented before an audience. It serves a variety of purposes, making presentations powerful tools for convincing and teaching.Lorem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Excepteur sint occaecat cupidatat non proident, sunt in culpa qui officia deserunt mollit.</a:t>
              </a:r>
              <a:endParaRPr lang="en-US" sz="2100" b="0" i="0" u="none" strike="noStrike" cap="none">
                <a:solidFill>
                  <a:srgbClr val="FFFFFF"/>
                </a:solidFill>
                <a:latin typeface="Inter Light" panose="02000503000000020004"/>
                <a:ea typeface="Inter Light" panose="02000503000000020004"/>
                <a:cs typeface="Inter Light" panose="02000503000000020004"/>
                <a:sym typeface="Inter Light" panose="02000503000000020004"/>
              </a:endParaRPr>
            </a:p>
          </p:txBody>
        </p:sp>
      </p:grpSp>
      <p:sp>
        <p:nvSpPr>
          <p:cNvPr id="224" name="Google Shape;224;p21"/>
          <p:cNvSpPr txBox="1"/>
          <p:nvPr/>
        </p:nvSpPr>
        <p:spPr>
          <a:xfrm>
            <a:off x="15544801" y="284025"/>
            <a:ext cx="2189100" cy="215400"/>
          </a:xfrm>
          <a:prstGeom prst="rect">
            <a:avLst/>
          </a:prstGeom>
          <a:noFill/>
          <a:ln>
            <a:noFill/>
          </a:ln>
        </p:spPr>
        <p:txBody>
          <a:bodyPr spcFirstLastPara="1" wrap="square" lIns="0" tIns="0" rIns="0" bIns="0" anchor="t" anchorCtr="0">
            <a:spAutoFit/>
          </a:bodyPr>
          <a:lstStyle/>
          <a:p>
            <a:pPr marL="0" marR="0" lvl="0" indent="0" algn="r" rtl="0">
              <a:lnSpc>
                <a:spcPct val="140000"/>
              </a:lnSpc>
              <a:spcBef>
                <a:spcPts val="0"/>
              </a:spcBef>
              <a:spcAft>
                <a:spcPts val="0"/>
              </a:spcAft>
              <a:buNone/>
            </a:pPr>
            <a:r>
              <a:rPr lang="en-US" sz="1400" b="1" i="0" u="none" strike="noStrike" cap="none">
                <a:solidFill>
                  <a:srgbClr val="FFFFFF"/>
                </a:solidFill>
                <a:latin typeface="Inter" panose="02000503000000020004"/>
                <a:ea typeface="Inter" panose="02000503000000020004"/>
                <a:cs typeface="Inter" panose="02000503000000020004"/>
                <a:sym typeface="Inter" panose="02000503000000020004"/>
              </a:rPr>
              <a:t>SLIDESCARNIVAL</a:t>
            </a:r>
            <a:endParaRPr lang="en-US" sz="1400" b="1" i="0" u="none" strike="noStrike" cap="none">
              <a:solidFill>
                <a:srgbClr val="FFFFFF"/>
              </a:solidFill>
              <a:latin typeface="Inter" panose="02000503000000020004"/>
              <a:ea typeface="Inter" panose="02000503000000020004"/>
              <a:cs typeface="Inter" panose="02000503000000020004"/>
              <a:sym typeface="Inter" panose="02000503000000020004"/>
            </a:endParaRPr>
          </a:p>
        </p:txBody>
      </p:sp>
      <p:sp>
        <p:nvSpPr>
          <p:cNvPr id="225" name="Google Shape;225;p21"/>
          <p:cNvSpPr txBox="1"/>
          <p:nvPr/>
        </p:nvSpPr>
        <p:spPr>
          <a:xfrm>
            <a:off x="554075" y="284025"/>
            <a:ext cx="1534800" cy="21540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1400" b="1" i="0" u="none" strike="noStrike" cap="none">
                <a:solidFill>
                  <a:srgbClr val="ABABAB"/>
                </a:solidFill>
                <a:latin typeface="Inter" panose="02000503000000020004"/>
                <a:ea typeface="Inter" panose="02000503000000020004"/>
                <a:cs typeface="Inter" panose="02000503000000020004"/>
                <a:sym typeface="Inter" panose="02000503000000020004"/>
              </a:rPr>
              <a:t>TECH COMPANY</a:t>
            </a:r>
            <a:endParaRPr lang="en-US" sz="1400" b="1" i="0" u="none" strike="noStrike" cap="none">
              <a:solidFill>
                <a:srgbClr val="ABABAB"/>
              </a:solidFill>
              <a:latin typeface="Inter" panose="02000503000000020004"/>
              <a:ea typeface="Inter" panose="02000503000000020004"/>
              <a:cs typeface="Inter" panose="02000503000000020004"/>
              <a:sym typeface="Inter" panose="02000503000000020004"/>
            </a:endParaRPr>
          </a:p>
        </p:txBody>
      </p:sp>
      <p:sp>
        <p:nvSpPr>
          <p:cNvPr id="226" name="Google Shape;226;p21"/>
          <p:cNvSpPr txBox="1"/>
          <p:nvPr/>
        </p:nvSpPr>
        <p:spPr>
          <a:xfrm>
            <a:off x="2905299" y="284025"/>
            <a:ext cx="1034100" cy="21540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1400" b="1" i="0" u="none" strike="noStrike" cap="none">
                <a:solidFill>
                  <a:srgbClr val="ABABAB"/>
                </a:solidFill>
                <a:latin typeface="Inter" panose="02000503000000020004"/>
                <a:ea typeface="Inter" panose="02000503000000020004"/>
                <a:cs typeface="Inter" panose="02000503000000020004"/>
                <a:sym typeface="Inter" panose="02000503000000020004"/>
              </a:rPr>
              <a:t>CONTENTS</a:t>
            </a:r>
            <a:endParaRPr lang="en-US" sz="1400" b="1" i="0" u="none" strike="noStrike" cap="none">
              <a:solidFill>
                <a:srgbClr val="ABABAB"/>
              </a:solidFill>
              <a:latin typeface="Inter" panose="02000503000000020004"/>
              <a:ea typeface="Inter" panose="02000503000000020004"/>
              <a:cs typeface="Inter" panose="02000503000000020004"/>
              <a:sym typeface="Inter" panose="02000503000000020004"/>
            </a:endParaRPr>
          </a:p>
        </p:txBody>
      </p:sp>
      <p:sp>
        <p:nvSpPr>
          <p:cNvPr id="227" name="Google Shape;227;p21"/>
          <p:cNvSpPr txBox="1"/>
          <p:nvPr/>
        </p:nvSpPr>
        <p:spPr>
          <a:xfrm>
            <a:off x="4684260" y="284025"/>
            <a:ext cx="1437600" cy="21540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1400" b="1" i="0" u="none" strike="noStrike" cap="none">
                <a:solidFill>
                  <a:srgbClr val="ABABAB"/>
                </a:solidFill>
                <a:latin typeface="Inter" panose="02000503000000020004"/>
                <a:ea typeface="Inter" panose="02000503000000020004"/>
                <a:cs typeface="Inter" panose="02000503000000020004"/>
                <a:sym typeface="Inter" panose="02000503000000020004"/>
              </a:rPr>
              <a:t>INTRODUCTION</a:t>
            </a:r>
            <a:endParaRPr lang="en-US" sz="1400" b="1" i="0" u="none" strike="noStrike" cap="none">
              <a:solidFill>
                <a:srgbClr val="ABABAB"/>
              </a:solidFill>
              <a:latin typeface="Inter" panose="02000503000000020004"/>
              <a:ea typeface="Inter" panose="02000503000000020004"/>
              <a:cs typeface="Inter" panose="02000503000000020004"/>
              <a:sym typeface="Inter" panose="02000503000000020004"/>
            </a:endParaRPr>
          </a:p>
        </p:txBody>
      </p:sp>
      <p:sp>
        <p:nvSpPr>
          <p:cNvPr id="228" name="Google Shape;228;p21"/>
          <p:cNvSpPr txBox="1"/>
          <p:nvPr/>
        </p:nvSpPr>
        <p:spPr>
          <a:xfrm>
            <a:off x="6924349" y="284025"/>
            <a:ext cx="959700" cy="21540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1400" b="1" i="0" u="none" strike="noStrike" cap="none">
                <a:solidFill>
                  <a:srgbClr val="ABABAB"/>
                </a:solidFill>
                <a:latin typeface="Inter" panose="02000503000000020004"/>
                <a:ea typeface="Inter" panose="02000503000000020004"/>
                <a:cs typeface="Inter" panose="02000503000000020004"/>
                <a:sym typeface="Inter" panose="02000503000000020004"/>
              </a:rPr>
              <a:t>ABOUT US</a:t>
            </a:r>
            <a:endParaRPr lang="en-US" sz="1400" b="1" i="0" u="none" strike="noStrike" cap="none">
              <a:solidFill>
                <a:srgbClr val="ABABAB"/>
              </a:solidFill>
              <a:latin typeface="Inter" panose="02000503000000020004"/>
              <a:ea typeface="Inter" panose="02000503000000020004"/>
              <a:cs typeface="Inter" panose="02000503000000020004"/>
              <a:sym typeface="Inter" panose="02000503000000020004"/>
            </a:endParaRPr>
          </a:p>
        </p:txBody>
      </p:sp>
      <p:sp>
        <p:nvSpPr>
          <p:cNvPr id="229" name="Google Shape;229;p21"/>
          <p:cNvSpPr txBox="1"/>
          <p:nvPr/>
        </p:nvSpPr>
        <p:spPr>
          <a:xfrm>
            <a:off x="8618184" y="284025"/>
            <a:ext cx="1478400" cy="21540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1400" b="1" i="0" u="none" strike="noStrike" cap="none">
                <a:solidFill>
                  <a:srgbClr val="FFFFFF"/>
                </a:solidFill>
                <a:latin typeface="Inter" panose="02000503000000020004"/>
                <a:ea typeface="Inter" panose="02000503000000020004"/>
                <a:cs typeface="Inter" panose="02000503000000020004"/>
                <a:sym typeface="Inter" panose="02000503000000020004"/>
              </a:rPr>
              <a:t>OUR PRODUCTS</a:t>
            </a:r>
            <a:endParaRPr lang="en-US" sz="1400" b="1" i="0" u="none" strike="noStrike" cap="none">
              <a:solidFill>
                <a:srgbClr val="FFFFFF"/>
              </a:solidFill>
              <a:latin typeface="Inter" panose="02000503000000020004"/>
              <a:ea typeface="Inter" panose="02000503000000020004"/>
              <a:cs typeface="Inter" panose="02000503000000020004"/>
              <a:sym typeface="Inter" panose="02000503000000020004"/>
            </a:endParaRPr>
          </a:p>
        </p:txBody>
      </p:sp>
    </p:spTree>
  </p:cSld>
  <p:clrMapOvr>
    <a:masterClrMapping/>
  </p:clrMapOvr>
  <p:transition spd="slow">
    <p:fade/>
  </p:transition>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233" name="Shape 233"/>
        <p:cNvGrpSpPr/>
        <p:nvPr/>
      </p:nvGrpSpPr>
      <p:grpSpPr>
        <a:xfrm>
          <a:off x="0" y="0"/>
          <a:ext cx="0" cy="0"/>
          <a:chOff x="0" y="0"/>
          <a:chExt cx="0" cy="0"/>
        </a:xfrm>
      </p:grpSpPr>
      <p:sp>
        <p:nvSpPr>
          <p:cNvPr id="234" name="Google Shape;234;p22"/>
          <p:cNvSpPr/>
          <p:nvPr/>
        </p:nvSpPr>
        <p:spPr>
          <a:xfrm>
            <a:off x="0" y="0"/>
            <a:ext cx="18288000" cy="10287000"/>
          </a:xfrm>
          <a:custGeom>
            <a:avLst/>
            <a:gdLst/>
            <a:ahLst/>
            <a:cxnLst/>
            <a:rect l="l" t="t" r="r" b="b"/>
            <a:pathLst>
              <a:path w="18288000" h="10287000" extrusionOk="0">
                <a:moveTo>
                  <a:pt x="0" y="0"/>
                </a:moveTo>
                <a:lnTo>
                  <a:pt x="18288000" y="0"/>
                </a:lnTo>
                <a:lnTo>
                  <a:pt x="18288000" y="10287000"/>
                </a:lnTo>
                <a:lnTo>
                  <a:pt x="0" y="10287000"/>
                </a:lnTo>
                <a:lnTo>
                  <a:pt x="0" y="0"/>
                </a:lnTo>
                <a:close/>
              </a:path>
            </a:pathLst>
          </a:custGeom>
          <a:blipFill rotWithShape="1">
            <a:blip r:embed="rId1">
              <a:alphaModFix amt="50000"/>
            </a:blip>
            <a:stretch>
              <a:fillRect t="-9219" b="-9219"/>
            </a:stretch>
          </a:blipFill>
          <a:ln>
            <a:noFill/>
          </a:ln>
        </p:spPr>
      </p:sp>
      <p:pic>
        <p:nvPicPr>
          <p:cNvPr id="235" name="Google Shape;235;p22"/>
          <p:cNvPicPr preferRelativeResize="0"/>
          <p:nvPr/>
        </p:nvPicPr>
        <p:blipFill>
          <a:blip r:embed="rId2"/>
          <a:stretch>
            <a:fillRect/>
          </a:stretch>
        </p:blipFill>
        <p:spPr>
          <a:xfrm>
            <a:off x="2400913" y="5421825"/>
            <a:ext cx="13486175" cy="14120499"/>
          </a:xfrm>
          <a:prstGeom prst="rect">
            <a:avLst/>
          </a:prstGeom>
          <a:noFill/>
          <a:ln>
            <a:noFill/>
          </a:ln>
        </p:spPr>
      </p:pic>
      <p:sp>
        <p:nvSpPr>
          <p:cNvPr id="236" name="Google Shape;236;p22"/>
          <p:cNvSpPr txBox="1"/>
          <p:nvPr/>
        </p:nvSpPr>
        <p:spPr>
          <a:xfrm>
            <a:off x="554078" y="1958048"/>
            <a:ext cx="17179843" cy="3752851"/>
          </a:xfrm>
          <a:prstGeom prst="rect">
            <a:avLst/>
          </a:prstGeom>
          <a:noFill/>
          <a:ln>
            <a:noFill/>
          </a:ln>
        </p:spPr>
        <p:txBody>
          <a:bodyPr spcFirstLastPara="1" wrap="square" lIns="0" tIns="0" rIns="0" bIns="0" anchor="t" anchorCtr="0">
            <a:spAutoFit/>
          </a:bodyPr>
          <a:lstStyle/>
          <a:p>
            <a:pPr marL="0" marR="0" lvl="0" indent="0" algn="ctr" rtl="0">
              <a:lnSpc>
                <a:spcPct val="90000"/>
              </a:lnSpc>
              <a:spcBef>
                <a:spcPts val="0"/>
              </a:spcBef>
              <a:spcAft>
                <a:spcPts val="0"/>
              </a:spcAft>
              <a:buNone/>
            </a:pPr>
            <a:r>
              <a:rPr lang="en-US" sz="8000" b="0" i="0" u="none" strike="noStrike" cap="none">
                <a:solidFill>
                  <a:srgbClr val="FFFFFF"/>
                </a:solidFill>
                <a:latin typeface="Inter" panose="02000503000000020004"/>
                <a:ea typeface="Inter" panose="02000503000000020004"/>
                <a:cs typeface="Inter" panose="02000503000000020004"/>
                <a:sym typeface="Inter" panose="02000503000000020004"/>
              </a:rPr>
              <a:t>Planet Three is Earth lorem ipsum dolor sit amet, consectetur adipiscing elit, sed do eiusmod tempor incididunt.</a:t>
            </a:r>
            <a:endParaRPr lang="en-US" sz="8000" b="0" i="0" u="none" strike="noStrike" cap="none">
              <a:solidFill>
                <a:srgbClr val="FFFFFF"/>
              </a:solidFill>
              <a:latin typeface="Inter" panose="02000503000000020004"/>
              <a:ea typeface="Inter" panose="02000503000000020004"/>
              <a:cs typeface="Inter" panose="02000503000000020004"/>
              <a:sym typeface="Inter" panose="02000503000000020004"/>
            </a:endParaRPr>
          </a:p>
        </p:txBody>
      </p:sp>
      <p:sp>
        <p:nvSpPr>
          <p:cNvPr id="237" name="Google Shape;237;p22"/>
          <p:cNvSpPr txBox="1"/>
          <p:nvPr/>
        </p:nvSpPr>
        <p:spPr>
          <a:xfrm>
            <a:off x="15582901" y="284025"/>
            <a:ext cx="2151000" cy="215400"/>
          </a:xfrm>
          <a:prstGeom prst="rect">
            <a:avLst/>
          </a:prstGeom>
          <a:noFill/>
          <a:ln>
            <a:noFill/>
          </a:ln>
        </p:spPr>
        <p:txBody>
          <a:bodyPr spcFirstLastPara="1" wrap="square" lIns="0" tIns="0" rIns="0" bIns="0" anchor="t" anchorCtr="0">
            <a:spAutoFit/>
          </a:bodyPr>
          <a:lstStyle/>
          <a:p>
            <a:pPr marL="0" marR="0" lvl="0" indent="0" algn="r" rtl="0">
              <a:lnSpc>
                <a:spcPct val="140000"/>
              </a:lnSpc>
              <a:spcBef>
                <a:spcPts val="0"/>
              </a:spcBef>
              <a:spcAft>
                <a:spcPts val="0"/>
              </a:spcAft>
              <a:buNone/>
            </a:pPr>
            <a:r>
              <a:rPr lang="en-US" sz="1400" b="1" i="0" u="none" strike="noStrike" cap="none">
                <a:solidFill>
                  <a:srgbClr val="FFFFFF"/>
                </a:solidFill>
                <a:latin typeface="Inter" panose="02000503000000020004"/>
                <a:ea typeface="Inter" panose="02000503000000020004"/>
                <a:cs typeface="Inter" panose="02000503000000020004"/>
                <a:sym typeface="Inter" panose="02000503000000020004"/>
              </a:rPr>
              <a:t>SLIDESCARNIVAL</a:t>
            </a:r>
            <a:endParaRPr lang="en-US" sz="1400" b="1" i="0" u="none" strike="noStrike" cap="none">
              <a:solidFill>
                <a:srgbClr val="FFFFFF"/>
              </a:solidFill>
              <a:latin typeface="Inter" panose="02000503000000020004"/>
              <a:ea typeface="Inter" panose="02000503000000020004"/>
              <a:cs typeface="Inter" panose="02000503000000020004"/>
              <a:sym typeface="Inter" panose="02000503000000020004"/>
            </a:endParaRPr>
          </a:p>
        </p:txBody>
      </p:sp>
      <p:sp>
        <p:nvSpPr>
          <p:cNvPr id="238" name="Google Shape;238;p22"/>
          <p:cNvSpPr txBox="1"/>
          <p:nvPr/>
        </p:nvSpPr>
        <p:spPr>
          <a:xfrm>
            <a:off x="554075" y="284025"/>
            <a:ext cx="1565400" cy="21540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1400" b="1" i="0" u="none" strike="noStrike" cap="none">
                <a:solidFill>
                  <a:srgbClr val="ABABAB"/>
                </a:solidFill>
                <a:latin typeface="Inter" panose="02000503000000020004"/>
                <a:ea typeface="Inter" panose="02000503000000020004"/>
                <a:cs typeface="Inter" panose="02000503000000020004"/>
                <a:sym typeface="Inter" panose="02000503000000020004"/>
              </a:rPr>
              <a:t>TECH COMPANY</a:t>
            </a:r>
            <a:endParaRPr lang="en-US" sz="1400" b="1" i="0" u="none" strike="noStrike" cap="none">
              <a:solidFill>
                <a:srgbClr val="ABABAB"/>
              </a:solidFill>
              <a:latin typeface="Inter" panose="02000503000000020004"/>
              <a:ea typeface="Inter" panose="02000503000000020004"/>
              <a:cs typeface="Inter" panose="02000503000000020004"/>
              <a:sym typeface="Inter" panose="02000503000000020004"/>
            </a:endParaRPr>
          </a:p>
        </p:txBody>
      </p:sp>
      <p:sp>
        <p:nvSpPr>
          <p:cNvPr id="239" name="Google Shape;239;p22"/>
          <p:cNvSpPr txBox="1"/>
          <p:nvPr/>
        </p:nvSpPr>
        <p:spPr>
          <a:xfrm>
            <a:off x="2952238" y="284025"/>
            <a:ext cx="1054800" cy="21540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1400" b="1" i="0" u="none" strike="noStrike" cap="none">
                <a:solidFill>
                  <a:srgbClr val="ABABAB"/>
                </a:solidFill>
                <a:latin typeface="Inter" panose="02000503000000020004"/>
                <a:ea typeface="Inter" panose="02000503000000020004"/>
                <a:cs typeface="Inter" panose="02000503000000020004"/>
                <a:sym typeface="Inter" panose="02000503000000020004"/>
              </a:rPr>
              <a:t>CONTENTS</a:t>
            </a:r>
            <a:endParaRPr lang="en-US" sz="1400" b="1" i="0" u="none" strike="noStrike" cap="none">
              <a:solidFill>
                <a:srgbClr val="ABABAB"/>
              </a:solidFill>
              <a:latin typeface="Inter" panose="02000503000000020004"/>
              <a:ea typeface="Inter" panose="02000503000000020004"/>
              <a:cs typeface="Inter" panose="02000503000000020004"/>
              <a:sym typeface="Inter" panose="02000503000000020004"/>
            </a:endParaRPr>
          </a:p>
        </p:txBody>
      </p:sp>
      <p:sp>
        <p:nvSpPr>
          <p:cNvPr id="240" name="Google Shape;240;p22"/>
          <p:cNvSpPr txBox="1"/>
          <p:nvPr/>
        </p:nvSpPr>
        <p:spPr>
          <a:xfrm>
            <a:off x="4766713" y="284025"/>
            <a:ext cx="1466400" cy="21540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1400" b="1" i="0" u="none" strike="noStrike" cap="none">
                <a:solidFill>
                  <a:srgbClr val="ABABAB"/>
                </a:solidFill>
                <a:latin typeface="Inter" panose="02000503000000020004"/>
                <a:ea typeface="Inter" panose="02000503000000020004"/>
                <a:cs typeface="Inter" panose="02000503000000020004"/>
                <a:sym typeface="Inter" panose="02000503000000020004"/>
              </a:rPr>
              <a:t>INTRODUCTION</a:t>
            </a:r>
            <a:endParaRPr lang="en-US" sz="1400" b="1" i="0" u="none" strike="noStrike" cap="none">
              <a:solidFill>
                <a:srgbClr val="ABABAB"/>
              </a:solidFill>
              <a:latin typeface="Inter" panose="02000503000000020004"/>
              <a:ea typeface="Inter" panose="02000503000000020004"/>
              <a:cs typeface="Inter" panose="02000503000000020004"/>
              <a:sym typeface="Inter" panose="02000503000000020004"/>
            </a:endParaRPr>
          </a:p>
        </p:txBody>
      </p:sp>
      <p:sp>
        <p:nvSpPr>
          <p:cNvPr id="241" name="Google Shape;241;p22"/>
          <p:cNvSpPr txBox="1"/>
          <p:nvPr/>
        </p:nvSpPr>
        <p:spPr>
          <a:xfrm>
            <a:off x="7051522" y="284025"/>
            <a:ext cx="978900" cy="21540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1400" b="1" i="0" u="none" strike="noStrike" cap="none">
                <a:solidFill>
                  <a:srgbClr val="ABABAB"/>
                </a:solidFill>
                <a:latin typeface="Inter" panose="02000503000000020004"/>
                <a:ea typeface="Inter" panose="02000503000000020004"/>
                <a:cs typeface="Inter" panose="02000503000000020004"/>
                <a:sym typeface="Inter" panose="02000503000000020004"/>
              </a:rPr>
              <a:t>ABOUT US</a:t>
            </a:r>
            <a:endParaRPr lang="en-US" sz="1400" b="1" i="0" u="none" strike="noStrike" cap="none">
              <a:solidFill>
                <a:srgbClr val="ABABAB"/>
              </a:solidFill>
              <a:latin typeface="Inter" panose="02000503000000020004"/>
              <a:ea typeface="Inter" panose="02000503000000020004"/>
              <a:cs typeface="Inter" panose="02000503000000020004"/>
              <a:sym typeface="Inter" panose="02000503000000020004"/>
            </a:endParaRPr>
          </a:p>
        </p:txBody>
      </p:sp>
      <p:sp>
        <p:nvSpPr>
          <p:cNvPr id="242" name="Google Shape;242;p22"/>
          <p:cNvSpPr txBox="1"/>
          <p:nvPr/>
        </p:nvSpPr>
        <p:spPr>
          <a:xfrm>
            <a:off x="8779171" y="284025"/>
            <a:ext cx="1507800" cy="21540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1400" b="1" i="0" u="none" strike="noStrike" cap="none">
                <a:solidFill>
                  <a:srgbClr val="FFFFFF"/>
                </a:solidFill>
                <a:latin typeface="Inter" panose="02000503000000020004"/>
                <a:ea typeface="Inter" panose="02000503000000020004"/>
                <a:cs typeface="Inter" panose="02000503000000020004"/>
                <a:sym typeface="Inter" panose="02000503000000020004"/>
              </a:rPr>
              <a:t>OUR PRODUCTS</a:t>
            </a:r>
            <a:endParaRPr lang="en-US" sz="1400" b="1" i="0" u="none" strike="noStrike" cap="none">
              <a:solidFill>
                <a:srgbClr val="FFFFFF"/>
              </a:solidFill>
              <a:latin typeface="Inter" panose="02000503000000020004"/>
              <a:ea typeface="Inter" panose="02000503000000020004"/>
              <a:cs typeface="Inter" panose="02000503000000020004"/>
              <a:sym typeface="Inter" panose="02000503000000020004"/>
            </a:endParaRPr>
          </a:p>
        </p:txBody>
      </p:sp>
    </p:spTree>
  </p:cSld>
  <p:clrMapOvr>
    <a:masterClrMapping/>
  </p:clrMapOvr>
  <p:transition spd="slow">
    <p:fade/>
  </p:transition>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246" name="Shape 246"/>
        <p:cNvGrpSpPr/>
        <p:nvPr/>
      </p:nvGrpSpPr>
      <p:grpSpPr>
        <a:xfrm>
          <a:off x="0" y="0"/>
          <a:ext cx="0" cy="0"/>
          <a:chOff x="0" y="0"/>
          <a:chExt cx="0" cy="0"/>
        </a:xfrm>
      </p:grpSpPr>
      <p:sp>
        <p:nvSpPr>
          <p:cNvPr id="247" name="Google Shape;247;p23"/>
          <p:cNvSpPr/>
          <p:nvPr/>
        </p:nvSpPr>
        <p:spPr>
          <a:xfrm>
            <a:off x="0" y="0"/>
            <a:ext cx="18288000" cy="10287000"/>
          </a:xfrm>
          <a:custGeom>
            <a:avLst/>
            <a:gdLst/>
            <a:ahLst/>
            <a:cxnLst/>
            <a:rect l="l" t="t" r="r" b="b"/>
            <a:pathLst>
              <a:path w="18288000" h="10287000" extrusionOk="0">
                <a:moveTo>
                  <a:pt x="0" y="0"/>
                </a:moveTo>
                <a:lnTo>
                  <a:pt x="18288000" y="0"/>
                </a:lnTo>
                <a:lnTo>
                  <a:pt x="18288000" y="10287000"/>
                </a:lnTo>
                <a:lnTo>
                  <a:pt x="0" y="10287000"/>
                </a:lnTo>
                <a:lnTo>
                  <a:pt x="0" y="0"/>
                </a:lnTo>
                <a:close/>
              </a:path>
            </a:pathLst>
          </a:custGeom>
          <a:blipFill rotWithShape="1">
            <a:blip r:embed="rId1">
              <a:alphaModFix amt="50000"/>
            </a:blip>
            <a:stretch>
              <a:fillRect t="-9219" b="-9219"/>
            </a:stretch>
          </a:blipFill>
          <a:ln>
            <a:noFill/>
          </a:ln>
        </p:spPr>
      </p:sp>
      <p:pic>
        <p:nvPicPr>
          <p:cNvPr id="248" name="Google Shape;248;p23"/>
          <p:cNvPicPr preferRelativeResize="0"/>
          <p:nvPr/>
        </p:nvPicPr>
        <p:blipFill>
          <a:blip r:embed="rId2"/>
          <a:stretch>
            <a:fillRect/>
          </a:stretch>
        </p:blipFill>
        <p:spPr>
          <a:xfrm>
            <a:off x="2656050" y="-7313909"/>
            <a:ext cx="12975848" cy="13013990"/>
          </a:xfrm>
          <a:prstGeom prst="rect">
            <a:avLst/>
          </a:prstGeom>
          <a:noFill/>
          <a:ln>
            <a:noFill/>
          </a:ln>
        </p:spPr>
      </p:pic>
      <p:sp>
        <p:nvSpPr>
          <p:cNvPr id="249" name="Google Shape;249;p23"/>
          <p:cNvSpPr txBox="1"/>
          <p:nvPr/>
        </p:nvSpPr>
        <p:spPr>
          <a:xfrm>
            <a:off x="554078" y="5906817"/>
            <a:ext cx="17179800" cy="3324900"/>
          </a:xfrm>
          <a:prstGeom prst="rect">
            <a:avLst/>
          </a:prstGeom>
          <a:noFill/>
          <a:ln>
            <a:noFill/>
          </a:ln>
        </p:spPr>
        <p:txBody>
          <a:bodyPr spcFirstLastPara="1" wrap="square" lIns="0" tIns="0" rIns="0" bIns="0" anchor="t" anchorCtr="0">
            <a:spAutoFit/>
          </a:bodyPr>
          <a:lstStyle/>
          <a:p>
            <a:pPr marL="0" marR="0" lvl="0" indent="0" algn="l" rtl="0">
              <a:lnSpc>
                <a:spcPct val="90000"/>
              </a:lnSpc>
              <a:spcBef>
                <a:spcPts val="0"/>
              </a:spcBef>
              <a:spcAft>
                <a:spcPts val="0"/>
              </a:spcAft>
              <a:buNone/>
            </a:pPr>
            <a:r>
              <a:rPr lang="en-US" sz="8000" b="0" i="0" u="none" strike="noStrike" cap="none">
                <a:solidFill>
                  <a:srgbClr val="FFFFFF"/>
                </a:solidFill>
                <a:latin typeface="Inter" panose="02000503000000020004"/>
                <a:ea typeface="Inter" panose="02000503000000020004"/>
                <a:cs typeface="Inter" panose="02000503000000020004"/>
                <a:sym typeface="Inter" panose="02000503000000020004"/>
              </a:rPr>
              <a:t>Planet Four is Mars lorem ipsum dolor sit amet, consectetur adipiscing elit, sed do eiusmod</a:t>
            </a:r>
            <a:r>
              <a:rPr lang="en-US" sz="8000">
                <a:solidFill>
                  <a:srgbClr val="FFFFFF"/>
                </a:solidFill>
                <a:latin typeface="Inter" panose="02000503000000020004"/>
                <a:ea typeface="Inter" panose="02000503000000020004"/>
                <a:cs typeface="Inter" panose="02000503000000020004"/>
                <a:sym typeface="Inter" panose="02000503000000020004"/>
              </a:rPr>
              <a:t>.</a:t>
            </a:r>
            <a:endParaRPr lang="en-US" sz="8000">
              <a:solidFill>
                <a:srgbClr val="FFFFFF"/>
              </a:solidFill>
              <a:latin typeface="Inter" panose="02000503000000020004"/>
              <a:ea typeface="Inter" panose="02000503000000020004"/>
              <a:cs typeface="Inter" panose="02000503000000020004"/>
              <a:sym typeface="Inter" panose="02000503000000020004"/>
            </a:endParaRPr>
          </a:p>
        </p:txBody>
      </p:sp>
      <p:sp>
        <p:nvSpPr>
          <p:cNvPr id="250" name="Google Shape;250;p23"/>
          <p:cNvSpPr txBox="1"/>
          <p:nvPr/>
        </p:nvSpPr>
        <p:spPr>
          <a:xfrm>
            <a:off x="15631926" y="284025"/>
            <a:ext cx="2102100" cy="215400"/>
          </a:xfrm>
          <a:prstGeom prst="rect">
            <a:avLst/>
          </a:prstGeom>
          <a:noFill/>
          <a:ln>
            <a:noFill/>
          </a:ln>
        </p:spPr>
        <p:txBody>
          <a:bodyPr spcFirstLastPara="1" wrap="square" lIns="0" tIns="0" rIns="0" bIns="0" anchor="t" anchorCtr="0">
            <a:spAutoFit/>
          </a:bodyPr>
          <a:lstStyle/>
          <a:p>
            <a:pPr marL="0" marR="0" lvl="0" indent="0" algn="r" rtl="0">
              <a:lnSpc>
                <a:spcPct val="140000"/>
              </a:lnSpc>
              <a:spcBef>
                <a:spcPts val="0"/>
              </a:spcBef>
              <a:spcAft>
                <a:spcPts val="0"/>
              </a:spcAft>
              <a:buNone/>
            </a:pPr>
            <a:r>
              <a:rPr lang="en-US" sz="1400" b="1" i="0" u="none" strike="noStrike" cap="none">
                <a:solidFill>
                  <a:srgbClr val="FFFFFF"/>
                </a:solidFill>
                <a:latin typeface="Inter" panose="02000503000000020004"/>
                <a:ea typeface="Inter" panose="02000503000000020004"/>
                <a:cs typeface="Inter" panose="02000503000000020004"/>
                <a:sym typeface="Inter" panose="02000503000000020004"/>
              </a:rPr>
              <a:t>SLIDESCARNIVAL</a:t>
            </a:r>
            <a:endParaRPr lang="en-US" sz="1400" b="1" i="0" u="none" strike="noStrike" cap="none">
              <a:solidFill>
                <a:srgbClr val="FFFFFF"/>
              </a:solidFill>
              <a:latin typeface="Inter" panose="02000503000000020004"/>
              <a:ea typeface="Inter" panose="02000503000000020004"/>
              <a:cs typeface="Inter" panose="02000503000000020004"/>
              <a:sym typeface="Inter" panose="02000503000000020004"/>
            </a:endParaRPr>
          </a:p>
        </p:txBody>
      </p:sp>
      <p:sp>
        <p:nvSpPr>
          <p:cNvPr id="251" name="Google Shape;251;p23"/>
          <p:cNvSpPr txBox="1"/>
          <p:nvPr/>
        </p:nvSpPr>
        <p:spPr>
          <a:xfrm>
            <a:off x="554075" y="284025"/>
            <a:ext cx="1584000" cy="21540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1400" b="1" i="0" u="none" strike="noStrike" cap="none">
                <a:solidFill>
                  <a:srgbClr val="ABABAB"/>
                </a:solidFill>
                <a:latin typeface="Inter" panose="02000503000000020004"/>
                <a:ea typeface="Inter" panose="02000503000000020004"/>
                <a:cs typeface="Inter" panose="02000503000000020004"/>
                <a:sym typeface="Inter" panose="02000503000000020004"/>
              </a:rPr>
              <a:t>TECH COMPANY</a:t>
            </a:r>
            <a:endParaRPr lang="en-US" sz="1400" b="1" i="0" u="none" strike="noStrike" cap="none">
              <a:solidFill>
                <a:srgbClr val="ABABAB"/>
              </a:solidFill>
              <a:latin typeface="Inter" panose="02000503000000020004"/>
              <a:ea typeface="Inter" panose="02000503000000020004"/>
              <a:cs typeface="Inter" panose="02000503000000020004"/>
              <a:sym typeface="Inter" panose="02000503000000020004"/>
            </a:endParaRPr>
          </a:p>
        </p:txBody>
      </p:sp>
      <p:sp>
        <p:nvSpPr>
          <p:cNvPr id="252" name="Google Shape;252;p23"/>
          <p:cNvSpPr txBox="1"/>
          <p:nvPr/>
        </p:nvSpPr>
        <p:spPr>
          <a:xfrm>
            <a:off x="2980401" y="284025"/>
            <a:ext cx="1067100" cy="21540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1400" b="1" i="0" u="none" strike="noStrike" cap="none">
                <a:solidFill>
                  <a:srgbClr val="ABABAB"/>
                </a:solidFill>
                <a:latin typeface="Inter" panose="02000503000000020004"/>
                <a:ea typeface="Inter" panose="02000503000000020004"/>
                <a:cs typeface="Inter" panose="02000503000000020004"/>
                <a:sym typeface="Inter" panose="02000503000000020004"/>
              </a:rPr>
              <a:t>CONTENTS</a:t>
            </a:r>
            <a:endParaRPr lang="en-US" sz="1400" b="1" i="0" u="none" strike="noStrike" cap="none">
              <a:solidFill>
                <a:srgbClr val="ABABAB"/>
              </a:solidFill>
              <a:latin typeface="Inter" panose="02000503000000020004"/>
              <a:ea typeface="Inter" panose="02000503000000020004"/>
              <a:cs typeface="Inter" panose="02000503000000020004"/>
              <a:sym typeface="Inter" panose="02000503000000020004"/>
            </a:endParaRPr>
          </a:p>
        </p:txBody>
      </p:sp>
      <p:sp>
        <p:nvSpPr>
          <p:cNvPr id="253" name="Google Shape;253;p23"/>
          <p:cNvSpPr txBox="1"/>
          <p:nvPr/>
        </p:nvSpPr>
        <p:spPr>
          <a:xfrm>
            <a:off x="4816184" y="284025"/>
            <a:ext cx="1483500" cy="21540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1400" b="1" i="0" u="none" strike="noStrike" cap="none">
                <a:solidFill>
                  <a:srgbClr val="ABABAB"/>
                </a:solidFill>
                <a:latin typeface="Inter" panose="02000503000000020004"/>
                <a:ea typeface="Inter" panose="02000503000000020004"/>
                <a:cs typeface="Inter" panose="02000503000000020004"/>
                <a:sym typeface="Inter" panose="02000503000000020004"/>
              </a:rPr>
              <a:t>INTRODUCTION</a:t>
            </a:r>
            <a:endParaRPr lang="en-US" sz="1400" b="1" i="0" u="none" strike="noStrike" cap="none">
              <a:solidFill>
                <a:srgbClr val="ABABAB"/>
              </a:solidFill>
              <a:latin typeface="Inter" panose="02000503000000020004"/>
              <a:ea typeface="Inter" panose="02000503000000020004"/>
              <a:cs typeface="Inter" panose="02000503000000020004"/>
              <a:sym typeface="Inter" panose="02000503000000020004"/>
            </a:endParaRPr>
          </a:p>
        </p:txBody>
      </p:sp>
      <p:sp>
        <p:nvSpPr>
          <p:cNvPr id="254" name="Google Shape;254;p23"/>
          <p:cNvSpPr txBox="1"/>
          <p:nvPr/>
        </p:nvSpPr>
        <p:spPr>
          <a:xfrm>
            <a:off x="7127826" y="284025"/>
            <a:ext cx="990300" cy="21540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1400" b="1" i="0" u="none" strike="noStrike" cap="none">
                <a:solidFill>
                  <a:srgbClr val="ABABAB"/>
                </a:solidFill>
                <a:latin typeface="Inter" panose="02000503000000020004"/>
                <a:ea typeface="Inter" panose="02000503000000020004"/>
                <a:cs typeface="Inter" panose="02000503000000020004"/>
                <a:sym typeface="Inter" panose="02000503000000020004"/>
              </a:rPr>
              <a:t>ABOUT US</a:t>
            </a:r>
            <a:endParaRPr lang="en-US" sz="1400" b="1" i="0" u="none" strike="noStrike" cap="none">
              <a:solidFill>
                <a:srgbClr val="ABABAB"/>
              </a:solidFill>
              <a:latin typeface="Inter" panose="02000503000000020004"/>
              <a:ea typeface="Inter" panose="02000503000000020004"/>
              <a:cs typeface="Inter" panose="02000503000000020004"/>
              <a:sym typeface="Inter" panose="02000503000000020004"/>
            </a:endParaRPr>
          </a:p>
        </p:txBody>
      </p:sp>
      <p:sp>
        <p:nvSpPr>
          <p:cNvPr id="255" name="Google Shape;255;p23"/>
          <p:cNvSpPr txBox="1"/>
          <p:nvPr/>
        </p:nvSpPr>
        <p:spPr>
          <a:xfrm>
            <a:off x="8875764" y="284025"/>
            <a:ext cx="1525500" cy="21540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1400" b="1" i="0" u="none" strike="noStrike" cap="none">
                <a:solidFill>
                  <a:srgbClr val="FFFFFF"/>
                </a:solidFill>
                <a:latin typeface="Inter" panose="02000503000000020004"/>
                <a:ea typeface="Inter" panose="02000503000000020004"/>
                <a:cs typeface="Inter" panose="02000503000000020004"/>
                <a:sym typeface="Inter" panose="02000503000000020004"/>
              </a:rPr>
              <a:t>OUR PRODUCTS</a:t>
            </a:r>
            <a:endParaRPr lang="en-US" sz="1400" b="1" i="0" u="none" strike="noStrike" cap="none">
              <a:solidFill>
                <a:srgbClr val="FFFFFF"/>
              </a:solidFill>
              <a:latin typeface="Inter" panose="02000503000000020004"/>
              <a:ea typeface="Inter" panose="02000503000000020004"/>
              <a:cs typeface="Inter" panose="02000503000000020004"/>
              <a:sym typeface="Inter" panose="02000503000000020004"/>
            </a:endParaRPr>
          </a:p>
        </p:txBody>
      </p:sp>
    </p:spTree>
  </p:cSld>
  <p:clrMapOvr>
    <a:masterClrMapping/>
  </p:clrMapOvr>
  <p:transition spd="slow">
    <p:fade/>
  </p:transition>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259" name="Shape 259"/>
        <p:cNvGrpSpPr/>
        <p:nvPr/>
      </p:nvGrpSpPr>
      <p:grpSpPr>
        <a:xfrm>
          <a:off x="0" y="0"/>
          <a:ext cx="0" cy="0"/>
          <a:chOff x="0" y="0"/>
          <a:chExt cx="0" cy="0"/>
        </a:xfrm>
      </p:grpSpPr>
      <p:sp>
        <p:nvSpPr>
          <p:cNvPr id="260" name="Google Shape;260;p24"/>
          <p:cNvSpPr/>
          <p:nvPr/>
        </p:nvSpPr>
        <p:spPr>
          <a:xfrm>
            <a:off x="0" y="0"/>
            <a:ext cx="18288000" cy="10287000"/>
          </a:xfrm>
          <a:custGeom>
            <a:avLst/>
            <a:gdLst/>
            <a:ahLst/>
            <a:cxnLst/>
            <a:rect l="l" t="t" r="r" b="b"/>
            <a:pathLst>
              <a:path w="18288000" h="10287000" extrusionOk="0">
                <a:moveTo>
                  <a:pt x="0" y="0"/>
                </a:moveTo>
                <a:lnTo>
                  <a:pt x="18288000" y="0"/>
                </a:lnTo>
                <a:lnTo>
                  <a:pt x="18288000" y="10287000"/>
                </a:lnTo>
                <a:lnTo>
                  <a:pt x="0" y="10287000"/>
                </a:lnTo>
                <a:lnTo>
                  <a:pt x="0" y="0"/>
                </a:lnTo>
                <a:close/>
              </a:path>
            </a:pathLst>
          </a:custGeom>
          <a:blipFill rotWithShape="1">
            <a:blip r:embed="rId1">
              <a:alphaModFix amt="50000"/>
            </a:blip>
            <a:stretch>
              <a:fillRect t="-9219" b="-9219"/>
            </a:stretch>
          </a:blipFill>
          <a:ln>
            <a:noFill/>
          </a:ln>
        </p:spPr>
      </p:sp>
      <p:pic>
        <p:nvPicPr>
          <p:cNvPr id="261" name="Google Shape;261;p24"/>
          <p:cNvPicPr preferRelativeResize="0"/>
          <p:nvPr/>
        </p:nvPicPr>
        <p:blipFill>
          <a:blip r:embed="rId2"/>
          <a:stretch>
            <a:fillRect/>
          </a:stretch>
        </p:blipFill>
        <p:spPr>
          <a:xfrm>
            <a:off x="9337635" y="-806925"/>
            <a:ext cx="12032355" cy="12058023"/>
          </a:xfrm>
          <a:prstGeom prst="rect">
            <a:avLst/>
          </a:prstGeom>
          <a:noFill/>
          <a:ln>
            <a:noFill/>
          </a:ln>
        </p:spPr>
      </p:pic>
      <p:grpSp>
        <p:nvGrpSpPr>
          <p:cNvPr id="262" name="Google Shape;262;p24"/>
          <p:cNvGrpSpPr/>
          <p:nvPr/>
        </p:nvGrpSpPr>
        <p:grpSpPr>
          <a:xfrm>
            <a:off x="655840" y="3590925"/>
            <a:ext cx="8488160" cy="3262313"/>
            <a:chOff x="0" y="209550"/>
            <a:chExt cx="11317547" cy="4349751"/>
          </a:xfrm>
        </p:grpSpPr>
        <p:sp>
          <p:nvSpPr>
            <p:cNvPr id="263" name="Google Shape;263;p24"/>
            <p:cNvSpPr txBox="1"/>
            <p:nvPr/>
          </p:nvSpPr>
          <p:spPr>
            <a:xfrm>
              <a:off x="0" y="209550"/>
              <a:ext cx="11317547" cy="1416051"/>
            </a:xfrm>
            <a:prstGeom prst="rect">
              <a:avLst/>
            </a:prstGeom>
            <a:noFill/>
            <a:ln>
              <a:noFill/>
            </a:ln>
          </p:spPr>
          <p:txBody>
            <a:bodyPr spcFirstLastPara="1" wrap="square" lIns="0" tIns="0" rIns="0" bIns="0" anchor="t" anchorCtr="0">
              <a:spAutoFit/>
            </a:bodyPr>
            <a:lstStyle/>
            <a:p>
              <a:pPr marL="0" marR="0" lvl="0" indent="0" algn="l" rtl="0">
                <a:lnSpc>
                  <a:spcPct val="90000"/>
                </a:lnSpc>
                <a:spcBef>
                  <a:spcPts val="0"/>
                </a:spcBef>
                <a:spcAft>
                  <a:spcPts val="0"/>
                </a:spcAft>
                <a:buNone/>
              </a:pPr>
              <a:r>
                <a:rPr lang="en-US" sz="8000" b="0" i="0" u="none" strike="noStrike" cap="none">
                  <a:solidFill>
                    <a:srgbClr val="FFFFFF"/>
                  </a:solidFill>
                  <a:latin typeface="Inter" panose="02000503000000020004"/>
                  <a:ea typeface="Inter" panose="02000503000000020004"/>
                  <a:cs typeface="Inter" panose="02000503000000020004"/>
                  <a:sym typeface="Inter" panose="02000503000000020004"/>
                </a:rPr>
                <a:t>Jupiter</a:t>
              </a:r>
              <a:endParaRPr lang="en-US" sz="8000" b="0" i="0" u="none" strike="noStrike" cap="none">
                <a:solidFill>
                  <a:srgbClr val="FFFFFF"/>
                </a:solidFill>
                <a:latin typeface="Inter" panose="02000503000000020004"/>
                <a:ea typeface="Inter" panose="02000503000000020004"/>
                <a:cs typeface="Inter" panose="02000503000000020004"/>
                <a:sym typeface="Inter" panose="02000503000000020004"/>
              </a:endParaRPr>
            </a:p>
          </p:txBody>
        </p:sp>
        <p:sp>
          <p:nvSpPr>
            <p:cNvPr id="264" name="Google Shape;264;p24"/>
            <p:cNvSpPr txBox="1"/>
            <p:nvPr/>
          </p:nvSpPr>
          <p:spPr>
            <a:xfrm>
              <a:off x="0" y="1616076"/>
              <a:ext cx="11317547" cy="2943225"/>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US" sz="2100" b="0" i="0" u="none" strike="noStrike" cap="none">
                  <a:solidFill>
                    <a:srgbClr val="FFFFFF"/>
                  </a:solidFill>
                  <a:latin typeface="Inter Light" panose="02000503000000020004"/>
                  <a:ea typeface="Inter Light" panose="02000503000000020004"/>
                  <a:cs typeface="Inter Light" panose="02000503000000020004"/>
                  <a:sym typeface="Inter Light" panose="02000503000000020004"/>
                </a:rPr>
                <a:t>Jupiter is the 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Excepteur sint occaecat cupidatat non proident, sunt in culpa qui officia deserunt mollit.</a:t>
              </a:r>
              <a:endParaRPr lang="en-US" sz="2100" b="0" i="0" u="none" strike="noStrike" cap="none">
                <a:solidFill>
                  <a:srgbClr val="FFFFFF"/>
                </a:solidFill>
                <a:latin typeface="Inter Light" panose="02000503000000020004"/>
                <a:ea typeface="Inter Light" panose="02000503000000020004"/>
                <a:cs typeface="Inter Light" panose="02000503000000020004"/>
                <a:sym typeface="Inter Light" panose="02000503000000020004"/>
              </a:endParaRPr>
            </a:p>
          </p:txBody>
        </p:sp>
      </p:grpSp>
      <p:sp>
        <p:nvSpPr>
          <p:cNvPr id="265" name="Google Shape;265;p24"/>
          <p:cNvSpPr txBox="1"/>
          <p:nvPr/>
        </p:nvSpPr>
        <p:spPr>
          <a:xfrm>
            <a:off x="15621001" y="284025"/>
            <a:ext cx="2112900" cy="215400"/>
          </a:xfrm>
          <a:prstGeom prst="rect">
            <a:avLst/>
          </a:prstGeom>
          <a:noFill/>
          <a:ln>
            <a:noFill/>
          </a:ln>
        </p:spPr>
        <p:txBody>
          <a:bodyPr spcFirstLastPara="1" wrap="square" lIns="0" tIns="0" rIns="0" bIns="0" anchor="t" anchorCtr="0">
            <a:spAutoFit/>
          </a:bodyPr>
          <a:lstStyle/>
          <a:p>
            <a:pPr marL="0" marR="0" lvl="0" indent="0" algn="r" rtl="0">
              <a:lnSpc>
                <a:spcPct val="140000"/>
              </a:lnSpc>
              <a:spcBef>
                <a:spcPts val="0"/>
              </a:spcBef>
              <a:spcAft>
                <a:spcPts val="0"/>
              </a:spcAft>
              <a:buNone/>
            </a:pPr>
            <a:r>
              <a:rPr lang="en-US" sz="1400" b="1" i="0" u="none" strike="noStrike" cap="none">
                <a:solidFill>
                  <a:srgbClr val="FFFFFF"/>
                </a:solidFill>
                <a:latin typeface="Inter" panose="02000503000000020004"/>
                <a:ea typeface="Inter" panose="02000503000000020004"/>
                <a:cs typeface="Inter" panose="02000503000000020004"/>
                <a:sym typeface="Inter" panose="02000503000000020004"/>
              </a:rPr>
              <a:t>SLIDESCARNIVAL</a:t>
            </a:r>
            <a:endParaRPr lang="en-US" sz="1400" b="1" i="0" u="none" strike="noStrike" cap="none">
              <a:solidFill>
                <a:srgbClr val="FFFFFF"/>
              </a:solidFill>
              <a:latin typeface="Inter" panose="02000503000000020004"/>
              <a:ea typeface="Inter" panose="02000503000000020004"/>
              <a:cs typeface="Inter" panose="02000503000000020004"/>
              <a:sym typeface="Inter" panose="02000503000000020004"/>
            </a:endParaRPr>
          </a:p>
        </p:txBody>
      </p:sp>
      <p:sp>
        <p:nvSpPr>
          <p:cNvPr id="266" name="Google Shape;266;p24"/>
          <p:cNvSpPr txBox="1"/>
          <p:nvPr/>
        </p:nvSpPr>
        <p:spPr>
          <a:xfrm>
            <a:off x="554075" y="284025"/>
            <a:ext cx="1559400" cy="21540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1400" b="1" i="0" u="none" strike="noStrike" cap="none">
                <a:solidFill>
                  <a:srgbClr val="ABABAB"/>
                </a:solidFill>
                <a:latin typeface="Inter" panose="02000503000000020004"/>
                <a:ea typeface="Inter" panose="02000503000000020004"/>
                <a:cs typeface="Inter" panose="02000503000000020004"/>
                <a:sym typeface="Inter" panose="02000503000000020004"/>
              </a:rPr>
              <a:t>TECH COMPANY</a:t>
            </a:r>
            <a:endParaRPr lang="en-US" sz="1400" b="1" i="0" u="none" strike="noStrike" cap="none">
              <a:solidFill>
                <a:srgbClr val="ABABAB"/>
              </a:solidFill>
              <a:latin typeface="Inter" panose="02000503000000020004"/>
              <a:ea typeface="Inter" panose="02000503000000020004"/>
              <a:cs typeface="Inter" panose="02000503000000020004"/>
              <a:sym typeface="Inter" panose="02000503000000020004"/>
            </a:endParaRPr>
          </a:p>
        </p:txBody>
      </p:sp>
      <p:sp>
        <p:nvSpPr>
          <p:cNvPr id="267" name="Google Shape;267;p24"/>
          <p:cNvSpPr txBox="1"/>
          <p:nvPr/>
        </p:nvSpPr>
        <p:spPr>
          <a:xfrm>
            <a:off x="2942850" y="284025"/>
            <a:ext cx="1050600" cy="21540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1400" b="1" i="0" u="none" strike="noStrike" cap="none">
                <a:solidFill>
                  <a:srgbClr val="ABABAB"/>
                </a:solidFill>
                <a:latin typeface="Inter" panose="02000503000000020004"/>
                <a:ea typeface="Inter" panose="02000503000000020004"/>
                <a:cs typeface="Inter" panose="02000503000000020004"/>
                <a:sym typeface="Inter" panose="02000503000000020004"/>
              </a:rPr>
              <a:t>CONTENTS</a:t>
            </a:r>
            <a:endParaRPr lang="en-US" sz="1400" b="1" i="0" u="none" strike="noStrike" cap="none">
              <a:solidFill>
                <a:srgbClr val="ABABAB"/>
              </a:solidFill>
              <a:latin typeface="Inter" panose="02000503000000020004"/>
              <a:ea typeface="Inter" panose="02000503000000020004"/>
              <a:cs typeface="Inter" panose="02000503000000020004"/>
              <a:sym typeface="Inter" panose="02000503000000020004"/>
            </a:endParaRPr>
          </a:p>
        </p:txBody>
      </p:sp>
      <p:sp>
        <p:nvSpPr>
          <p:cNvPr id="268" name="Google Shape;268;p24"/>
          <p:cNvSpPr txBox="1"/>
          <p:nvPr/>
        </p:nvSpPr>
        <p:spPr>
          <a:xfrm>
            <a:off x="4750222" y="284025"/>
            <a:ext cx="1460700" cy="21540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1400" b="1" i="0" u="none" strike="noStrike" cap="none">
                <a:solidFill>
                  <a:srgbClr val="ABABAB"/>
                </a:solidFill>
                <a:latin typeface="Inter" panose="02000503000000020004"/>
                <a:ea typeface="Inter" panose="02000503000000020004"/>
                <a:cs typeface="Inter" panose="02000503000000020004"/>
                <a:sym typeface="Inter" panose="02000503000000020004"/>
              </a:rPr>
              <a:t>INTRODUCTION</a:t>
            </a:r>
            <a:endParaRPr lang="en-US" sz="1400" b="1" i="0" u="none" strike="noStrike" cap="none">
              <a:solidFill>
                <a:srgbClr val="ABABAB"/>
              </a:solidFill>
              <a:latin typeface="Inter" panose="02000503000000020004"/>
              <a:ea typeface="Inter" panose="02000503000000020004"/>
              <a:cs typeface="Inter" panose="02000503000000020004"/>
              <a:sym typeface="Inter" panose="02000503000000020004"/>
            </a:endParaRPr>
          </a:p>
        </p:txBody>
      </p:sp>
      <p:sp>
        <p:nvSpPr>
          <p:cNvPr id="269" name="Google Shape;269;p24"/>
          <p:cNvSpPr txBox="1"/>
          <p:nvPr/>
        </p:nvSpPr>
        <p:spPr>
          <a:xfrm>
            <a:off x="7026087" y="284025"/>
            <a:ext cx="975000" cy="21540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1400" b="1" i="0" u="none" strike="noStrike" cap="none">
                <a:solidFill>
                  <a:srgbClr val="ABABAB"/>
                </a:solidFill>
                <a:latin typeface="Inter" panose="02000503000000020004"/>
                <a:ea typeface="Inter" panose="02000503000000020004"/>
                <a:cs typeface="Inter" panose="02000503000000020004"/>
                <a:sym typeface="Inter" panose="02000503000000020004"/>
              </a:rPr>
              <a:t>ABOUT US</a:t>
            </a:r>
            <a:endParaRPr lang="en-US" sz="1400" b="1" i="0" u="none" strike="noStrike" cap="none">
              <a:solidFill>
                <a:srgbClr val="ABABAB"/>
              </a:solidFill>
              <a:latin typeface="Inter" panose="02000503000000020004"/>
              <a:ea typeface="Inter" panose="02000503000000020004"/>
              <a:cs typeface="Inter" panose="02000503000000020004"/>
              <a:sym typeface="Inter" panose="02000503000000020004"/>
            </a:endParaRPr>
          </a:p>
        </p:txBody>
      </p:sp>
      <p:sp>
        <p:nvSpPr>
          <p:cNvPr id="270" name="Google Shape;270;p24"/>
          <p:cNvSpPr txBox="1"/>
          <p:nvPr/>
        </p:nvSpPr>
        <p:spPr>
          <a:xfrm>
            <a:off x="8746974" y="284025"/>
            <a:ext cx="1501800" cy="21540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1400" b="1" i="0" u="none" strike="noStrike" cap="none">
                <a:solidFill>
                  <a:srgbClr val="FFFFFF"/>
                </a:solidFill>
                <a:latin typeface="Inter" panose="02000503000000020004"/>
                <a:ea typeface="Inter" panose="02000503000000020004"/>
                <a:cs typeface="Inter" panose="02000503000000020004"/>
                <a:sym typeface="Inter" panose="02000503000000020004"/>
              </a:rPr>
              <a:t>OUR PRODUCTS</a:t>
            </a:r>
            <a:endParaRPr lang="en-US" sz="1400" b="1" i="0" u="none" strike="noStrike" cap="none">
              <a:solidFill>
                <a:srgbClr val="FFFFFF"/>
              </a:solidFill>
              <a:latin typeface="Inter" panose="02000503000000020004"/>
              <a:ea typeface="Inter" panose="02000503000000020004"/>
              <a:cs typeface="Inter" panose="02000503000000020004"/>
              <a:sym typeface="Inter" panose="02000503000000020004"/>
            </a:endParaRPr>
          </a:p>
        </p:txBody>
      </p:sp>
    </p:spTree>
  </p:cSld>
  <p:clrMapOvr>
    <a:masterClrMapping/>
  </p:clrMapOvr>
  <p:transition spd="slow">
    <p:fade/>
  </p:transition>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274" name="Shape 274"/>
        <p:cNvGrpSpPr/>
        <p:nvPr/>
      </p:nvGrpSpPr>
      <p:grpSpPr>
        <a:xfrm>
          <a:off x="0" y="0"/>
          <a:ext cx="0" cy="0"/>
          <a:chOff x="0" y="0"/>
          <a:chExt cx="0" cy="0"/>
        </a:xfrm>
      </p:grpSpPr>
      <p:sp>
        <p:nvSpPr>
          <p:cNvPr id="275" name="Google Shape;275;p25"/>
          <p:cNvSpPr/>
          <p:nvPr/>
        </p:nvSpPr>
        <p:spPr>
          <a:xfrm>
            <a:off x="0" y="0"/>
            <a:ext cx="18288000" cy="10287000"/>
          </a:xfrm>
          <a:custGeom>
            <a:avLst/>
            <a:gdLst/>
            <a:ahLst/>
            <a:cxnLst/>
            <a:rect l="l" t="t" r="r" b="b"/>
            <a:pathLst>
              <a:path w="18288000" h="10287000" extrusionOk="0">
                <a:moveTo>
                  <a:pt x="0" y="0"/>
                </a:moveTo>
                <a:lnTo>
                  <a:pt x="18288000" y="0"/>
                </a:lnTo>
                <a:lnTo>
                  <a:pt x="18288000" y="10287000"/>
                </a:lnTo>
                <a:lnTo>
                  <a:pt x="0" y="10287000"/>
                </a:lnTo>
                <a:lnTo>
                  <a:pt x="0" y="0"/>
                </a:lnTo>
                <a:close/>
              </a:path>
            </a:pathLst>
          </a:custGeom>
          <a:blipFill rotWithShape="1">
            <a:blip r:embed="rId1">
              <a:alphaModFix amt="50000"/>
            </a:blip>
            <a:stretch>
              <a:fillRect t="-9219" b="-9219"/>
            </a:stretch>
          </a:blipFill>
          <a:ln>
            <a:noFill/>
          </a:ln>
        </p:spPr>
      </p:sp>
      <p:pic>
        <p:nvPicPr>
          <p:cNvPr id="276" name="Google Shape;276;p25"/>
          <p:cNvPicPr preferRelativeResize="0"/>
          <p:nvPr/>
        </p:nvPicPr>
        <p:blipFill>
          <a:blip r:embed="rId2"/>
          <a:stretch>
            <a:fillRect/>
          </a:stretch>
        </p:blipFill>
        <p:spPr>
          <a:xfrm>
            <a:off x="-12528000" y="-7555523"/>
            <a:ext cx="27784750" cy="26523045"/>
          </a:xfrm>
          <a:prstGeom prst="rect">
            <a:avLst/>
          </a:prstGeom>
          <a:noFill/>
          <a:ln>
            <a:noFill/>
          </a:ln>
        </p:spPr>
      </p:pic>
      <p:sp>
        <p:nvSpPr>
          <p:cNvPr id="277" name="Google Shape;277;p25"/>
          <p:cNvSpPr txBox="1"/>
          <p:nvPr/>
        </p:nvSpPr>
        <p:spPr>
          <a:xfrm>
            <a:off x="8533061" y="2000250"/>
            <a:ext cx="9201000" cy="6649500"/>
          </a:xfrm>
          <a:prstGeom prst="rect">
            <a:avLst/>
          </a:prstGeom>
          <a:noFill/>
          <a:ln>
            <a:noFill/>
          </a:ln>
        </p:spPr>
        <p:txBody>
          <a:bodyPr spcFirstLastPara="1" wrap="square" lIns="0" tIns="0" rIns="0" bIns="0" anchor="t" anchorCtr="0">
            <a:spAutoFit/>
          </a:bodyPr>
          <a:lstStyle/>
          <a:p>
            <a:pPr marL="0" marR="0" lvl="0" indent="0" algn="l" rtl="0">
              <a:lnSpc>
                <a:spcPct val="90000"/>
              </a:lnSpc>
              <a:spcBef>
                <a:spcPts val="0"/>
              </a:spcBef>
              <a:spcAft>
                <a:spcPts val="0"/>
              </a:spcAft>
              <a:buNone/>
            </a:pPr>
            <a:r>
              <a:rPr lang="en-US" sz="8000" b="0" i="0" u="none" strike="noStrike" cap="none">
                <a:solidFill>
                  <a:srgbClr val="FFFFFF"/>
                </a:solidFill>
                <a:latin typeface="Inter" panose="02000503000000020004"/>
                <a:ea typeface="Inter" panose="02000503000000020004"/>
                <a:cs typeface="Inter" panose="02000503000000020004"/>
                <a:sym typeface="Inter" panose="02000503000000020004"/>
              </a:rPr>
              <a:t>Planet Six is Saturn lorem ipsum dolor sit amet, consectetur adipiscing elit, sed do eiusmod</a:t>
            </a:r>
            <a:r>
              <a:rPr lang="en-US" sz="8000">
                <a:solidFill>
                  <a:srgbClr val="FFFFFF"/>
                </a:solidFill>
                <a:latin typeface="Inter" panose="02000503000000020004"/>
                <a:ea typeface="Inter" panose="02000503000000020004"/>
                <a:cs typeface="Inter" panose="02000503000000020004"/>
                <a:sym typeface="Inter" panose="02000503000000020004"/>
              </a:rPr>
              <a:t>.</a:t>
            </a:r>
            <a:endParaRPr lang="en-US" sz="8000">
              <a:solidFill>
                <a:srgbClr val="FFFFFF"/>
              </a:solidFill>
              <a:latin typeface="Inter" panose="02000503000000020004"/>
              <a:ea typeface="Inter" panose="02000503000000020004"/>
              <a:cs typeface="Inter" panose="02000503000000020004"/>
              <a:sym typeface="Inter" panose="02000503000000020004"/>
            </a:endParaRPr>
          </a:p>
        </p:txBody>
      </p:sp>
      <p:sp>
        <p:nvSpPr>
          <p:cNvPr id="278" name="Google Shape;278;p25"/>
          <p:cNvSpPr txBox="1"/>
          <p:nvPr/>
        </p:nvSpPr>
        <p:spPr>
          <a:xfrm>
            <a:off x="15570076" y="284025"/>
            <a:ext cx="2163900" cy="215400"/>
          </a:xfrm>
          <a:prstGeom prst="rect">
            <a:avLst/>
          </a:prstGeom>
          <a:noFill/>
          <a:ln>
            <a:noFill/>
          </a:ln>
        </p:spPr>
        <p:txBody>
          <a:bodyPr spcFirstLastPara="1" wrap="square" lIns="0" tIns="0" rIns="0" bIns="0" anchor="t" anchorCtr="0">
            <a:spAutoFit/>
          </a:bodyPr>
          <a:lstStyle/>
          <a:p>
            <a:pPr marL="0" marR="0" lvl="0" indent="0" algn="r" rtl="0">
              <a:lnSpc>
                <a:spcPct val="140000"/>
              </a:lnSpc>
              <a:spcBef>
                <a:spcPts val="0"/>
              </a:spcBef>
              <a:spcAft>
                <a:spcPts val="0"/>
              </a:spcAft>
              <a:buNone/>
            </a:pPr>
            <a:r>
              <a:rPr lang="en-US" sz="1400" b="1" i="0" u="none" strike="noStrike" cap="none">
                <a:solidFill>
                  <a:srgbClr val="FFFFFF"/>
                </a:solidFill>
                <a:latin typeface="Inter" panose="02000503000000020004"/>
                <a:ea typeface="Inter" panose="02000503000000020004"/>
                <a:cs typeface="Inter" panose="02000503000000020004"/>
                <a:sym typeface="Inter" panose="02000503000000020004"/>
              </a:rPr>
              <a:t>SLIDESCARNIVAL</a:t>
            </a:r>
            <a:endParaRPr lang="en-US" sz="1400" b="1" i="0" u="none" strike="noStrike" cap="none">
              <a:solidFill>
                <a:srgbClr val="FFFFFF"/>
              </a:solidFill>
              <a:latin typeface="Inter" panose="02000503000000020004"/>
              <a:ea typeface="Inter" panose="02000503000000020004"/>
              <a:cs typeface="Inter" panose="02000503000000020004"/>
              <a:sym typeface="Inter" panose="02000503000000020004"/>
            </a:endParaRPr>
          </a:p>
        </p:txBody>
      </p:sp>
      <p:sp>
        <p:nvSpPr>
          <p:cNvPr id="279" name="Google Shape;279;p25"/>
          <p:cNvSpPr txBox="1"/>
          <p:nvPr/>
        </p:nvSpPr>
        <p:spPr>
          <a:xfrm>
            <a:off x="554075" y="284025"/>
            <a:ext cx="1620600" cy="21540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1400" b="1" i="0" u="none" strike="noStrike" cap="none">
                <a:solidFill>
                  <a:srgbClr val="ABABAB"/>
                </a:solidFill>
                <a:latin typeface="Inter" panose="02000503000000020004"/>
                <a:ea typeface="Inter" panose="02000503000000020004"/>
                <a:cs typeface="Inter" panose="02000503000000020004"/>
                <a:sym typeface="Inter" panose="02000503000000020004"/>
              </a:rPr>
              <a:t>TECH COMPANY</a:t>
            </a:r>
            <a:endParaRPr lang="en-US" sz="1400" b="1" i="0" u="none" strike="noStrike" cap="none">
              <a:solidFill>
                <a:srgbClr val="ABABAB"/>
              </a:solidFill>
              <a:latin typeface="Inter" panose="02000503000000020004"/>
              <a:ea typeface="Inter" panose="02000503000000020004"/>
              <a:cs typeface="Inter" panose="02000503000000020004"/>
              <a:sym typeface="Inter" panose="02000503000000020004"/>
            </a:endParaRPr>
          </a:p>
        </p:txBody>
      </p:sp>
      <p:sp>
        <p:nvSpPr>
          <p:cNvPr id="280" name="Google Shape;280;p25"/>
          <p:cNvSpPr txBox="1"/>
          <p:nvPr/>
        </p:nvSpPr>
        <p:spPr>
          <a:xfrm>
            <a:off x="3036727" y="284025"/>
            <a:ext cx="1092000" cy="21540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1400" b="1" i="0" u="none" strike="noStrike" cap="none">
                <a:solidFill>
                  <a:srgbClr val="ABABAB"/>
                </a:solidFill>
                <a:latin typeface="Inter" panose="02000503000000020004"/>
                <a:ea typeface="Inter" panose="02000503000000020004"/>
                <a:cs typeface="Inter" panose="02000503000000020004"/>
                <a:sym typeface="Inter" panose="02000503000000020004"/>
              </a:rPr>
              <a:t>CONTENTS</a:t>
            </a:r>
            <a:endParaRPr lang="en-US" sz="1400" b="1" i="0" u="none" strike="noStrike" cap="none">
              <a:solidFill>
                <a:srgbClr val="ABABAB"/>
              </a:solidFill>
              <a:latin typeface="Inter" panose="02000503000000020004"/>
              <a:ea typeface="Inter" panose="02000503000000020004"/>
              <a:cs typeface="Inter" panose="02000503000000020004"/>
              <a:sym typeface="Inter" panose="02000503000000020004"/>
            </a:endParaRPr>
          </a:p>
        </p:txBody>
      </p:sp>
      <p:sp>
        <p:nvSpPr>
          <p:cNvPr id="281" name="Google Shape;281;p25"/>
          <p:cNvSpPr txBox="1"/>
          <p:nvPr/>
        </p:nvSpPr>
        <p:spPr>
          <a:xfrm>
            <a:off x="4915128" y="284025"/>
            <a:ext cx="1518000" cy="21540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1400" b="1" i="0" u="none" strike="noStrike" cap="none">
                <a:solidFill>
                  <a:srgbClr val="ABABAB"/>
                </a:solidFill>
                <a:latin typeface="Inter" panose="02000503000000020004"/>
                <a:ea typeface="Inter" panose="02000503000000020004"/>
                <a:cs typeface="Inter" panose="02000503000000020004"/>
                <a:sym typeface="Inter" panose="02000503000000020004"/>
              </a:rPr>
              <a:t>INTRODUCTION</a:t>
            </a:r>
            <a:endParaRPr lang="en-US" sz="1400" b="1" i="0" u="none" strike="noStrike" cap="none">
              <a:solidFill>
                <a:srgbClr val="ABABAB"/>
              </a:solidFill>
              <a:latin typeface="Inter" panose="02000503000000020004"/>
              <a:ea typeface="Inter" panose="02000503000000020004"/>
              <a:cs typeface="Inter" panose="02000503000000020004"/>
              <a:sym typeface="Inter" panose="02000503000000020004"/>
            </a:endParaRPr>
          </a:p>
        </p:txBody>
      </p:sp>
      <p:sp>
        <p:nvSpPr>
          <p:cNvPr id="282" name="Google Shape;282;p25"/>
          <p:cNvSpPr txBox="1"/>
          <p:nvPr/>
        </p:nvSpPr>
        <p:spPr>
          <a:xfrm>
            <a:off x="7280433" y="284025"/>
            <a:ext cx="1013400" cy="21540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1400" b="1" i="0" u="none" strike="noStrike" cap="none">
                <a:solidFill>
                  <a:srgbClr val="ABABAB"/>
                </a:solidFill>
                <a:latin typeface="Inter" panose="02000503000000020004"/>
                <a:ea typeface="Inter" panose="02000503000000020004"/>
                <a:cs typeface="Inter" panose="02000503000000020004"/>
                <a:sym typeface="Inter" panose="02000503000000020004"/>
              </a:rPr>
              <a:t>ABOUT US</a:t>
            </a:r>
            <a:endParaRPr lang="en-US" sz="1400" b="1" i="0" u="none" strike="noStrike" cap="none">
              <a:solidFill>
                <a:srgbClr val="ABABAB"/>
              </a:solidFill>
              <a:latin typeface="Inter" panose="02000503000000020004"/>
              <a:ea typeface="Inter" panose="02000503000000020004"/>
              <a:cs typeface="Inter" panose="02000503000000020004"/>
              <a:sym typeface="Inter" panose="02000503000000020004"/>
            </a:endParaRPr>
          </a:p>
        </p:txBody>
      </p:sp>
      <p:sp>
        <p:nvSpPr>
          <p:cNvPr id="283" name="Google Shape;283;p25"/>
          <p:cNvSpPr txBox="1"/>
          <p:nvPr/>
        </p:nvSpPr>
        <p:spPr>
          <a:xfrm>
            <a:off x="9068949" y="284025"/>
            <a:ext cx="1560900" cy="21540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1400" b="1" i="0" u="none" strike="noStrike" cap="none">
                <a:solidFill>
                  <a:srgbClr val="FFFFFF"/>
                </a:solidFill>
                <a:latin typeface="Inter" panose="02000503000000020004"/>
                <a:ea typeface="Inter" panose="02000503000000020004"/>
                <a:cs typeface="Inter" panose="02000503000000020004"/>
                <a:sym typeface="Inter" panose="02000503000000020004"/>
              </a:rPr>
              <a:t>OUR PRODUCTS</a:t>
            </a:r>
            <a:endParaRPr lang="en-US" sz="1400" b="1" i="0" u="none" strike="noStrike" cap="none">
              <a:solidFill>
                <a:srgbClr val="FFFFFF"/>
              </a:solidFill>
              <a:latin typeface="Inter" panose="02000503000000020004"/>
              <a:ea typeface="Inter" panose="02000503000000020004"/>
              <a:cs typeface="Inter" panose="02000503000000020004"/>
              <a:sym typeface="Inter" panose="02000503000000020004"/>
            </a:endParaRPr>
          </a:p>
        </p:txBody>
      </p:sp>
    </p:spTree>
  </p:cSld>
  <p:clrMapOvr>
    <a:masterClrMapping/>
  </p:clrMapOvr>
  <p:transition spd="slow">
    <p:fade/>
  </p:transition>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287" name="Shape 287"/>
        <p:cNvGrpSpPr/>
        <p:nvPr/>
      </p:nvGrpSpPr>
      <p:grpSpPr>
        <a:xfrm>
          <a:off x="0" y="0"/>
          <a:ext cx="0" cy="0"/>
          <a:chOff x="0" y="0"/>
          <a:chExt cx="0" cy="0"/>
        </a:xfrm>
      </p:grpSpPr>
      <p:sp>
        <p:nvSpPr>
          <p:cNvPr id="288" name="Google Shape;288;p26"/>
          <p:cNvSpPr/>
          <p:nvPr/>
        </p:nvSpPr>
        <p:spPr>
          <a:xfrm>
            <a:off x="0" y="0"/>
            <a:ext cx="18288000" cy="10287000"/>
          </a:xfrm>
          <a:custGeom>
            <a:avLst/>
            <a:gdLst/>
            <a:ahLst/>
            <a:cxnLst/>
            <a:rect l="l" t="t" r="r" b="b"/>
            <a:pathLst>
              <a:path w="18288000" h="10287000" extrusionOk="0">
                <a:moveTo>
                  <a:pt x="0" y="0"/>
                </a:moveTo>
                <a:lnTo>
                  <a:pt x="18288000" y="0"/>
                </a:lnTo>
                <a:lnTo>
                  <a:pt x="18288000" y="10287000"/>
                </a:lnTo>
                <a:lnTo>
                  <a:pt x="0" y="10287000"/>
                </a:lnTo>
                <a:lnTo>
                  <a:pt x="0" y="0"/>
                </a:lnTo>
                <a:close/>
              </a:path>
            </a:pathLst>
          </a:custGeom>
          <a:blipFill rotWithShape="1">
            <a:blip r:embed="rId1">
              <a:alphaModFix amt="50000"/>
            </a:blip>
            <a:stretch>
              <a:fillRect t="-9219" b="-9219"/>
            </a:stretch>
          </a:blipFill>
          <a:ln>
            <a:noFill/>
          </a:ln>
        </p:spPr>
      </p:sp>
      <p:pic>
        <p:nvPicPr>
          <p:cNvPr id="289" name="Google Shape;289;p26"/>
          <p:cNvPicPr preferRelativeResize="0"/>
          <p:nvPr/>
        </p:nvPicPr>
        <p:blipFill>
          <a:blip r:embed="rId2"/>
          <a:stretch>
            <a:fillRect/>
          </a:stretch>
        </p:blipFill>
        <p:spPr>
          <a:xfrm>
            <a:off x="1311774" y="-10471354"/>
            <a:ext cx="15664451" cy="15610879"/>
          </a:xfrm>
          <a:prstGeom prst="rect">
            <a:avLst/>
          </a:prstGeom>
          <a:noFill/>
          <a:ln>
            <a:noFill/>
          </a:ln>
        </p:spPr>
      </p:pic>
      <p:sp>
        <p:nvSpPr>
          <p:cNvPr id="290" name="Google Shape;290;p26"/>
          <p:cNvSpPr txBox="1"/>
          <p:nvPr/>
        </p:nvSpPr>
        <p:spPr>
          <a:xfrm>
            <a:off x="554078" y="5906817"/>
            <a:ext cx="17179800" cy="3324900"/>
          </a:xfrm>
          <a:prstGeom prst="rect">
            <a:avLst/>
          </a:prstGeom>
          <a:noFill/>
          <a:ln>
            <a:noFill/>
          </a:ln>
        </p:spPr>
        <p:txBody>
          <a:bodyPr spcFirstLastPara="1" wrap="square" lIns="0" tIns="0" rIns="0" bIns="0" anchor="t" anchorCtr="0">
            <a:spAutoFit/>
          </a:bodyPr>
          <a:lstStyle/>
          <a:p>
            <a:pPr marL="0" marR="0" lvl="0" indent="0" algn="l" rtl="0">
              <a:lnSpc>
                <a:spcPct val="90000"/>
              </a:lnSpc>
              <a:spcBef>
                <a:spcPts val="0"/>
              </a:spcBef>
              <a:spcAft>
                <a:spcPts val="0"/>
              </a:spcAft>
              <a:buNone/>
            </a:pPr>
            <a:r>
              <a:rPr lang="en-US" sz="8000" b="0" i="0" u="none" strike="noStrike" cap="none">
                <a:solidFill>
                  <a:srgbClr val="FFFFFF"/>
                </a:solidFill>
                <a:latin typeface="Inter" panose="02000503000000020004"/>
                <a:ea typeface="Inter" panose="02000503000000020004"/>
                <a:cs typeface="Inter" panose="02000503000000020004"/>
                <a:sym typeface="Inter" panose="02000503000000020004"/>
              </a:rPr>
              <a:t>Planet Seven is Uranus lorem ipsum dolor sit amet, consectetur adipiscing elit, sed do eiusmod</a:t>
            </a:r>
            <a:r>
              <a:rPr lang="en-US" sz="8000">
                <a:solidFill>
                  <a:srgbClr val="FFFFFF"/>
                </a:solidFill>
                <a:latin typeface="Inter" panose="02000503000000020004"/>
                <a:ea typeface="Inter" panose="02000503000000020004"/>
                <a:cs typeface="Inter" panose="02000503000000020004"/>
                <a:sym typeface="Inter" panose="02000503000000020004"/>
              </a:rPr>
              <a:t>.</a:t>
            </a:r>
            <a:endParaRPr lang="en-US" sz="8000">
              <a:solidFill>
                <a:srgbClr val="FFFFFF"/>
              </a:solidFill>
              <a:latin typeface="Inter" panose="02000503000000020004"/>
              <a:ea typeface="Inter" panose="02000503000000020004"/>
              <a:cs typeface="Inter" panose="02000503000000020004"/>
              <a:sym typeface="Inter" panose="02000503000000020004"/>
            </a:endParaRPr>
          </a:p>
        </p:txBody>
      </p:sp>
      <p:sp>
        <p:nvSpPr>
          <p:cNvPr id="291" name="Google Shape;291;p26"/>
          <p:cNvSpPr txBox="1"/>
          <p:nvPr/>
        </p:nvSpPr>
        <p:spPr>
          <a:xfrm>
            <a:off x="15684001" y="284025"/>
            <a:ext cx="2049900" cy="215400"/>
          </a:xfrm>
          <a:prstGeom prst="rect">
            <a:avLst/>
          </a:prstGeom>
          <a:noFill/>
          <a:ln>
            <a:noFill/>
          </a:ln>
        </p:spPr>
        <p:txBody>
          <a:bodyPr spcFirstLastPara="1" wrap="square" lIns="0" tIns="0" rIns="0" bIns="0" anchor="t" anchorCtr="0">
            <a:spAutoFit/>
          </a:bodyPr>
          <a:lstStyle/>
          <a:p>
            <a:pPr marL="0" marR="0" lvl="0" indent="0" algn="r" rtl="0">
              <a:lnSpc>
                <a:spcPct val="140000"/>
              </a:lnSpc>
              <a:spcBef>
                <a:spcPts val="0"/>
              </a:spcBef>
              <a:spcAft>
                <a:spcPts val="0"/>
              </a:spcAft>
              <a:buNone/>
            </a:pPr>
            <a:r>
              <a:rPr lang="en-US" sz="1400" b="1" i="0" u="none" strike="noStrike" cap="none">
                <a:solidFill>
                  <a:srgbClr val="FFFFFF"/>
                </a:solidFill>
                <a:latin typeface="Inter" panose="02000503000000020004"/>
                <a:ea typeface="Inter" panose="02000503000000020004"/>
                <a:cs typeface="Inter" panose="02000503000000020004"/>
                <a:sym typeface="Inter" panose="02000503000000020004"/>
              </a:rPr>
              <a:t>SLIDESCARNIVAL</a:t>
            </a:r>
            <a:endParaRPr lang="en-US" sz="1400" b="1" i="0" u="none" strike="noStrike" cap="none">
              <a:solidFill>
                <a:srgbClr val="FFFFFF"/>
              </a:solidFill>
              <a:latin typeface="Inter" panose="02000503000000020004"/>
              <a:ea typeface="Inter" panose="02000503000000020004"/>
              <a:cs typeface="Inter" panose="02000503000000020004"/>
              <a:sym typeface="Inter" panose="02000503000000020004"/>
            </a:endParaRPr>
          </a:p>
        </p:txBody>
      </p:sp>
      <p:sp>
        <p:nvSpPr>
          <p:cNvPr id="292" name="Google Shape;292;p26"/>
          <p:cNvSpPr txBox="1"/>
          <p:nvPr/>
        </p:nvSpPr>
        <p:spPr>
          <a:xfrm>
            <a:off x="554075" y="284025"/>
            <a:ext cx="1632900" cy="21540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1400" b="1" i="0" u="none" strike="noStrike" cap="none">
                <a:solidFill>
                  <a:srgbClr val="ABABAB"/>
                </a:solidFill>
                <a:latin typeface="Inter" panose="02000503000000020004"/>
                <a:ea typeface="Inter" panose="02000503000000020004"/>
                <a:cs typeface="Inter" panose="02000503000000020004"/>
                <a:sym typeface="Inter" panose="02000503000000020004"/>
              </a:rPr>
              <a:t>TECH COMPANY</a:t>
            </a:r>
            <a:endParaRPr lang="en-US" sz="1400" b="1" i="0" u="none" strike="noStrike" cap="none">
              <a:solidFill>
                <a:srgbClr val="ABABAB"/>
              </a:solidFill>
              <a:latin typeface="Inter" panose="02000503000000020004"/>
              <a:ea typeface="Inter" panose="02000503000000020004"/>
              <a:cs typeface="Inter" panose="02000503000000020004"/>
              <a:sym typeface="Inter" panose="02000503000000020004"/>
            </a:endParaRPr>
          </a:p>
        </p:txBody>
      </p:sp>
      <p:sp>
        <p:nvSpPr>
          <p:cNvPr id="293" name="Google Shape;293;p26"/>
          <p:cNvSpPr txBox="1"/>
          <p:nvPr/>
        </p:nvSpPr>
        <p:spPr>
          <a:xfrm>
            <a:off x="3055503" y="284025"/>
            <a:ext cx="1100100" cy="21540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1400" b="1" i="0" u="none" strike="noStrike" cap="none">
                <a:solidFill>
                  <a:srgbClr val="ABABAB"/>
                </a:solidFill>
                <a:latin typeface="Inter" panose="02000503000000020004"/>
                <a:ea typeface="Inter" panose="02000503000000020004"/>
                <a:cs typeface="Inter" panose="02000503000000020004"/>
                <a:sym typeface="Inter" panose="02000503000000020004"/>
              </a:rPr>
              <a:t>CONTENTS</a:t>
            </a:r>
            <a:endParaRPr lang="en-US" sz="1400" b="1" i="0" u="none" strike="noStrike" cap="none">
              <a:solidFill>
                <a:srgbClr val="ABABAB"/>
              </a:solidFill>
              <a:latin typeface="Inter" panose="02000503000000020004"/>
              <a:ea typeface="Inter" panose="02000503000000020004"/>
              <a:cs typeface="Inter" panose="02000503000000020004"/>
              <a:sym typeface="Inter" panose="02000503000000020004"/>
            </a:endParaRPr>
          </a:p>
        </p:txBody>
      </p:sp>
      <p:sp>
        <p:nvSpPr>
          <p:cNvPr id="294" name="Google Shape;294;p26"/>
          <p:cNvSpPr txBox="1"/>
          <p:nvPr/>
        </p:nvSpPr>
        <p:spPr>
          <a:xfrm>
            <a:off x="4948109" y="284025"/>
            <a:ext cx="1529400" cy="21540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1400" b="1" i="0" u="none" strike="noStrike" cap="none">
                <a:solidFill>
                  <a:srgbClr val="ABABAB"/>
                </a:solidFill>
                <a:latin typeface="Inter" panose="02000503000000020004"/>
                <a:ea typeface="Inter" panose="02000503000000020004"/>
                <a:cs typeface="Inter" panose="02000503000000020004"/>
                <a:sym typeface="Inter" panose="02000503000000020004"/>
              </a:rPr>
              <a:t>INTRODUCTION</a:t>
            </a:r>
            <a:endParaRPr lang="en-US" sz="1400" b="1" i="0" u="none" strike="noStrike" cap="none">
              <a:solidFill>
                <a:srgbClr val="ABABAB"/>
              </a:solidFill>
              <a:latin typeface="Inter" panose="02000503000000020004"/>
              <a:ea typeface="Inter" panose="02000503000000020004"/>
              <a:cs typeface="Inter" panose="02000503000000020004"/>
              <a:sym typeface="Inter" panose="02000503000000020004"/>
            </a:endParaRPr>
          </a:p>
        </p:txBody>
      </p:sp>
      <p:sp>
        <p:nvSpPr>
          <p:cNvPr id="295" name="Google Shape;295;p26"/>
          <p:cNvSpPr txBox="1"/>
          <p:nvPr/>
        </p:nvSpPr>
        <p:spPr>
          <a:xfrm>
            <a:off x="7331302" y="284025"/>
            <a:ext cx="1020900" cy="21540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1400" b="1" i="0" u="none" strike="noStrike" cap="none">
                <a:solidFill>
                  <a:srgbClr val="ABABAB"/>
                </a:solidFill>
                <a:latin typeface="Inter" panose="02000503000000020004"/>
                <a:ea typeface="Inter" panose="02000503000000020004"/>
                <a:cs typeface="Inter" panose="02000503000000020004"/>
                <a:sym typeface="Inter" panose="02000503000000020004"/>
              </a:rPr>
              <a:t>ABOUT US</a:t>
            </a:r>
            <a:endParaRPr lang="en-US" sz="1400" b="1" i="0" u="none" strike="noStrike" cap="none">
              <a:solidFill>
                <a:srgbClr val="ABABAB"/>
              </a:solidFill>
              <a:latin typeface="Inter" panose="02000503000000020004"/>
              <a:ea typeface="Inter" panose="02000503000000020004"/>
              <a:cs typeface="Inter" panose="02000503000000020004"/>
              <a:sym typeface="Inter" panose="02000503000000020004"/>
            </a:endParaRPr>
          </a:p>
        </p:txBody>
      </p:sp>
      <p:sp>
        <p:nvSpPr>
          <p:cNvPr id="296" name="Google Shape;296;p26"/>
          <p:cNvSpPr txBox="1"/>
          <p:nvPr/>
        </p:nvSpPr>
        <p:spPr>
          <a:xfrm>
            <a:off x="9133344" y="284025"/>
            <a:ext cx="1572900" cy="21540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1400" b="1" i="0" u="none" strike="noStrike" cap="none">
                <a:solidFill>
                  <a:srgbClr val="FFFFFF"/>
                </a:solidFill>
                <a:latin typeface="Inter" panose="02000503000000020004"/>
                <a:ea typeface="Inter" panose="02000503000000020004"/>
                <a:cs typeface="Inter" panose="02000503000000020004"/>
                <a:sym typeface="Inter" panose="02000503000000020004"/>
              </a:rPr>
              <a:t>OUR PRODUCTS</a:t>
            </a:r>
            <a:endParaRPr lang="en-US" sz="1400" b="1" i="0" u="none" strike="noStrike" cap="none">
              <a:solidFill>
                <a:srgbClr val="FFFFFF"/>
              </a:solidFill>
              <a:latin typeface="Inter" panose="02000503000000020004"/>
              <a:ea typeface="Inter" panose="02000503000000020004"/>
              <a:cs typeface="Inter" panose="02000503000000020004"/>
              <a:sym typeface="Inter" panose="02000503000000020004"/>
            </a:endParaRPr>
          </a:p>
        </p:txBody>
      </p:sp>
    </p:spTree>
  </p:cSld>
  <p:clrMapOvr>
    <a:masterClrMapping/>
  </p:clrMapOvr>
  <p:transition spd="slow">
    <p:fade/>
  </p:transition>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300" name="Shape 300"/>
        <p:cNvGrpSpPr/>
        <p:nvPr/>
      </p:nvGrpSpPr>
      <p:grpSpPr>
        <a:xfrm>
          <a:off x="0" y="0"/>
          <a:ext cx="0" cy="0"/>
          <a:chOff x="0" y="0"/>
          <a:chExt cx="0" cy="0"/>
        </a:xfrm>
      </p:grpSpPr>
      <p:sp>
        <p:nvSpPr>
          <p:cNvPr id="301" name="Google Shape;301;p27"/>
          <p:cNvSpPr/>
          <p:nvPr/>
        </p:nvSpPr>
        <p:spPr>
          <a:xfrm>
            <a:off x="0" y="0"/>
            <a:ext cx="18288000" cy="10287000"/>
          </a:xfrm>
          <a:custGeom>
            <a:avLst/>
            <a:gdLst/>
            <a:ahLst/>
            <a:cxnLst/>
            <a:rect l="l" t="t" r="r" b="b"/>
            <a:pathLst>
              <a:path w="18288000" h="10287000" extrusionOk="0">
                <a:moveTo>
                  <a:pt x="0" y="0"/>
                </a:moveTo>
                <a:lnTo>
                  <a:pt x="18288000" y="0"/>
                </a:lnTo>
                <a:lnTo>
                  <a:pt x="18288000" y="10287000"/>
                </a:lnTo>
                <a:lnTo>
                  <a:pt x="0" y="10287000"/>
                </a:lnTo>
                <a:lnTo>
                  <a:pt x="0" y="0"/>
                </a:lnTo>
                <a:close/>
              </a:path>
            </a:pathLst>
          </a:custGeom>
          <a:blipFill rotWithShape="1">
            <a:blip r:embed="rId1">
              <a:alphaModFix amt="50000"/>
            </a:blip>
            <a:stretch>
              <a:fillRect t="-9219" b="-9219"/>
            </a:stretch>
          </a:blipFill>
          <a:ln>
            <a:noFill/>
          </a:ln>
        </p:spPr>
      </p:sp>
      <p:pic>
        <p:nvPicPr>
          <p:cNvPr id="302" name="Google Shape;302;p27"/>
          <p:cNvPicPr preferRelativeResize="0"/>
          <p:nvPr/>
        </p:nvPicPr>
        <p:blipFill>
          <a:blip r:embed="rId2"/>
          <a:stretch>
            <a:fillRect/>
          </a:stretch>
        </p:blipFill>
        <p:spPr>
          <a:xfrm>
            <a:off x="887712" y="6338400"/>
            <a:ext cx="16279224" cy="16032851"/>
          </a:xfrm>
          <a:prstGeom prst="rect">
            <a:avLst/>
          </a:prstGeom>
          <a:noFill/>
          <a:ln>
            <a:noFill/>
          </a:ln>
        </p:spPr>
      </p:pic>
      <p:sp>
        <p:nvSpPr>
          <p:cNvPr id="303" name="Google Shape;303;p27"/>
          <p:cNvSpPr txBox="1"/>
          <p:nvPr/>
        </p:nvSpPr>
        <p:spPr>
          <a:xfrm>
            <a:off x="554078" y="1958048"/>
            <a:ext cx="17179843" cy="3752851"/>
          </a:xfrm>
          <a:prstGeom prst="rect">
            <a:avLst/>
          </a:prstGeom>
          <a:noFill/>
          <a:ln>
            <a:noFill/>
          </a:ln>
        </p:spPr>
        <p:txBody>
          <a:bodyPr spcFirstLastPara="1" wrap="square" lIns="0" tIns="0" rIns="0" bIns="0" anchor="t" anchorCtr="0">
            <a:spAutoFit/>
          </a:bodyPr>
          <a:lstStyle/>
          <a:p>
            <a:pPr marL="0" marR="0" lvl="0" indent="0" algn="ctr" rtl="0">
              <a:lnSpc>
                <a:spcPct val="90000"/>
              </a:lnSpc>
              <a:spcBef>
                <a:spcPts val="0"/>
              </a:spcBef>
              <a:spcAft>
                <a:spcPts val="0"/>
              </a:spcAft>
              <a:buNone/>
            </a:pPr>
            <a:r>
              <a:rPr lang="en-US" sz="8000" b="0" i="0" u="none" strike="noStrike" cap="none">
                <a:solidFill>
                  <a:srgbClr val="FFFFFF"/>
                </a:solidFill>
                <a:latin typeface="Inter" panose="02000503000000020004"/>
                <a:ea typeface="Inter" panose="02000503000000020004"/>
                <a:cs typeface="Inter" panose="02000503000000020004"/>
                <a:sym typeface="Inter" panose="02000503000000020004"/>
              </a:rPr>
              <a:t>Planet Eight is Neptune lorem ipsum dolor sit amet, consectetur adipiscing elit, sed do eiusmod tempor incididunt.</a:t>
            </a:r>
            <a:endParaRPr lang="en-US" sz="8000" b="0" i="0" u="none" strike="noStrike" cap="none">
              <a:solidFill>
                <a:srgbClr val="FFFFFF"/>
              </a:solidFill>
              <a:latin typeface="Inter" panose="02000503000000020004"/>
              <a:ea typeface="Inter" panose="02000503000000020004"/>
              <a:cs typeface="Inter" panose="02000503000000020004"/>
              <a:sym typeface="Inter" panose="02000503000000020004"/>
            </a:endParaRPr>
          </a:p>
        </p:txBody>
      </p:sp>
      <p:sp>
        <p:nvSpPr>
          <p:cNvPr id="304" name="Google Shape;304;p27"/>
          <p:cNvSpPr txBox="1"/>
          <p:nvPr/>
        </p:nvSpPr>
        <p:spPr>
          <a:xfrm>
            <a:off x="15506701" y="284025"/>
            <a:ext cx="2227200" cy="215400"/>
          </a:xfrm>
          <a:prstGeom prst="rect">
            <a:avLst/>
          </a:prstGeom>
          <a:noFill/>
          <a:ln>
            <a:noFill/>
          </a:ln>
        </p:spPr>
        <p:txBody>
          <a:bodyPr spcFirstLastPara="1" wrap="square" lIns="0" tIns="0" rIns="0" bIns="0" anchor="t" anchorCtr="0">
            <a:spAutoFit/>
          </a:bodyPr>
          <a:lstStyle/>
          <a:p>
            <a:pPr marL="0" marR="0" lvl="0" indent="0" algn="r" rtl="0">
              <a:lnSpc>
                <a:spcPct val="140000"/>
              </a:lnSpc>
              <a:spcBef>
                <a:spcPts val="0"/>
              </a:spcBef>
              <a:spcAft>
                <a:spcPts val="0"/>
              </a:spcAft>
              <a:buNone/>
            </a:pPr>
            <a:r>
              <a:rPr lang="en-US" sz="1400" b="1" i="0" u="none" strike="noStrike" cap="none">
                <a:solidFill>
                  <a:srgbClr val="FFFFFF"/>
                </a:solidFill>
                <a:latin typeface="Inter" panose="02000503000000020004"/>
                <a:ea typeface="Inter" panose="02000503000000020004"/>
                <a:cs typeface="Inter" panose="02000503000000020004"/>
                <a:sym typeface="Inter" panose="02000503000000020004"/>
              </a:rPr>
              <a:t>SLIDESCARNIVAL</a:t>
            </a:r>
            <a:endParaRPr lang="en-US" sz="1400" b="1" i="0" u="none" strike="noStrike" cap="none">
              <a:solidFill>
                <a:srgbClr val="FFFFFF"/>
              </a:solidFill>
              <a:latin typeface="Inter" panose="02000503000000020004"/>
              <a:ea typeface="Inter" panose="02000503000000020004"/>
              <a:cs typeface="Inter" panose="02000503000000020004"/>
              <a:sym typeface="Inter" panose="02000503000000020004"/>
            </a:endParaRPr>
          </a:p>
        </p:txBody>
      </p:sp>
      <p:sp>
        <p:nvSpPr>
          <p:cNvPr id="305" name="Google Shape;305;p27"/>
          <p:cNvSpPr txBox="1"/>
          <p:nvPr/>
        </p:nvSpPr>
        <p:spPr>
          <a:xfrm>
            <a:off x="554075" y="284025"/>
            <a:ext cx="1534800" cy="21540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1400" b="1" i="0" u="none" strike="noStrike" cap="none">
                <a:solidFill>
                  <a:srgbClr val="ABABAB"/>
                </a:solidFill>
                <a:latin typeface="Inter" panose="02000503000000020004"/>
                <a:ea typeface="Inter" panose="02000503000000020004"/>
                <a:cs typeface="Inter" panose="02000503000000020004"/>
                <a:sym typeface="Inter" panose="02000503000000020004"/>
              </a:rPr>
              <a:t>TECH COMPANY</a:t>
            </a:r>
            <a:endParaRPr lang="en-US" sz="1400" b="1" i="0" u="none" strike="noStrike" cap="none">
              <a:solidFill>
                <a:srgbClr val="ABABAB"/>
              </a:solidFill>
              <a:latin typeface="Inter" panose="02000503000000020004"/>
              <a:ea typeface="Inter" panose="02000503000000020004"/>
              <a:cs typeface="Inter" panose="02000503000000020004"/>
              <a:sym typeface="Inter" panose="02000503000000020004"/>
            </a:endParaRPr>
          </a:p>
        </p:txBody>
      </p:sp>
      <p:sp>
        <p:nvSpPr>
          <p:cNvPr id="306" name="Google Shape;306;p27"/>
          <p:cNvSpPr txBox="1"/>
          <p:nvPr/>
        </p:nvSpPr>
        <p:spPr>
          <a:xfrm>
            <a:off x="2905299" y="284025"/>
            <a:ext cx="1034100" cy="21540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1400" b="1" i="0" u="none" strike="noStrike" cap="none">
                <a:solidFill>
                  <a:srgbClr val="ABABAB"/>
                </a:solidFill>
                <a:latin typeface="Inter" panose="02000503000000020004"/>
                <a:ea typeface="Inter" panose="02000503000000020004"/>
                <a:cs typeface="Inter" panose="02000503000000020004"/>
                <a:sym typeface="Inter" panose="02000503000000020004"/>
              </a:rPr>
              <a:t>CONTENTS</a:t>
            </a:r>
            <a:endParaRPr lang="en-US" sz="1400" b="1" i="0" u="none" strike="noStrike" cap="none">
              <a:solidFill>
                <a:srgbClr val="ABABAB"/>
              </a:solidFill>
              <a:latin typeface="Inter" panose="02000503000000020004"/>
              <a:ea typeface="Inter" panose="02000503000000020004"/>
              <a:cs typeface="Inter" panose="02000503000000020004"/>
              <a:sym typeface="Inter" panose="02000503000000020004"/>
            </a:endParaRPr>
          </a:p>
        </p:txBody>
      </p:sp>
      <p:sp>
        <p:nvSpPr>
          <p:cNvPr id="307" name="Google Shape;307;p27"/>
          <p:cNvSpPr txBox="1"/>
          <p:nvPr/>
        </p:nvSpPr>
        <p:spPr>
          <a:xfrm>
            <a:off x="4684260" y="284025"/>
            <a:ext cx="1437600" cy="21540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1400" b="1" i="0" u="none" strike="noStrike" cap="none">
                <a:solidFill>
                  <a:srgbClr val="ABABAB"/>
                </a:solidFill>
                <a:latin typeface="Inter" panose="02000503000000020004"/>
                <a:ea typeface="Inter" panose="02000503000000020004"/>
                <a:cs typeface="Inter" panose="02000503000000020004"/>
                <a:sym typeface="Inter" panose="02000503000000020004"/>
              </a:rPr>
              <a:t>INTRODUCTION</a:t>
            </a:r>
            <a:endParaRPr lang="en-US" sz="1400" b="1" i="0" u="none" strike="noStrike" cap="none">
              <a:solidFill>
                <a:srgbClr val="ABABAB"/>
              </a:solidFill>
              <a:latin typeface="Inter" panose="02000503000000020004"/>
              <a:ea typeface="Inter" panose="02000503000000020004"/>
              <a:cs typeface="Inter" panose="02000503000000020004"/>
              <a:sym typeface="Inter" panose="02000503000000020004"/>
            </a:endParaRPr>
          </a:p>
        </p:txBody>
      </p:sp>
      <p:sp>
        <p:nvSpPr>
          <p:cNvPr id="308" name="Google Shape;308;p27"/>
          <p:cNvSpPr txBox="1"/>
          <p:nvPr/>
        </p:nvSpPr>
        <p:spPr>
          <a:xfrm>
            <a:off x="6924349" y="284025"/>
            <a:ext cx="959700" cy="21540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1400" b="1" i="0" u="none" strike="noStrike" cap="none">
                <a:solidFill>
                  <a:srgbClr val="ABABAB"/>
                </a:solidFill>
                <a:latin typeface="Inter" panose="02000503000000020004"/>
                <a:ea typeface="Inter" panose="02000503000000020004"/>
                <a:cs typeface="Inter" panose="02000503000000020004"/>
                <a:sym typeface="Inter" panose="02000503000000020004"/>
              </a:rPr>
              <a:t>ABOUT US</a:t>
            </a:r>
            <a:endParaRPr lang="en-US" sz="1400" b="1" i="0" u="none" strike="noStrike" cap="none">
              <a:solidFill>
                <a:srgbClr val="ABABAB"/>
              </a:solidFill>
              <a:latin typeface="Inter" panose="02000503000000020004"/>
              <a:ea typeface="Inter" panose="02000503000000020004"/>
              <a:cs typeface="Inter" panose="02000503000000020004"/>
              <a:sym typeface="Inter" panose="02000503000000020004"/>
            </a:endParaRPr>
          </a:p>
        </p:txBody>
      </p:sp>
      <p:sp>
        <p:nvSpPr>
          <p:cNvPr id="309" name="Google Shape;309;p27"/>
          <p:cNvSpPr txBox="1"/>
          <p:nvPr/>
        </p:nvSpPr>
        <p:spPr>
          <a:xfrm>
            <a:off x="8618184" y="284025"/>
            <a:ext cx="1478400" cy="21540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1400" b="1" i="0" u="none" strike="noStrike" cap="none">
                <a:solidFill>
                  <a:srgbClr val="FFFFFF"/>
                </a:solidFill>
                <a:latin typeface="Inter" panose="02000503000000020004"/>
                <a:ea typeface="Inter" panose="02000503000000020004"/>
                <a:cs typeface="Inter" panose="02000503000000020004"/>
                <a:sym typeface="Inter" panose="02000503000000020004"/>
              </a:rPr>
              <a:t>OUR PRODUCTS</a:t>
            </a:r>
            <a:endParaRPr lang="en-US" sz="1400" b="1" i="0" u="none" strike="noStrike" cap="none">
              <a:solidFill>
                <a:srgbClr val="FFFFFF"/>
              </a:solidFill>
              <a:latin typeface="Inter" panose="02000503000000020004"/>
              <a:ea typeface="Inter" panose="02000503000000020004"/>
              <a:cs typeface="Inter" panose="02000503000000020004"/>
              <a:sym typeface="Inter" panose="02000503000000020004"/>
            </a:endParaRPr>
          </a:p>
        </p:txBody>
      </p:sp>
    </p:spTree>
  </p:cSld>
  <p:clrMapOvr>
    <a:masterClrMapping/>
  </p:clrMapOvr>
  <p:transition spd="slow">
    <p:fade/>
  </p:transition>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313" name="Shape 313"/>
        <p:cNvGrpSpPr/>
        <p:nvPr/>
      </p:nvGrpSpPr>
      <p:grpSpPr>
        <a:xfrm>
          <a:off x="0" y="0"/>
          <a:ext cx="0" cy="0"/>
          <a:chOff x="0" y="0"/>
          <a:chExt cx="0" cy="0"/>
        </a:xfrm>
      </p:grpSpPr>
      <p:sp>
        <p:nvSpPr>
          <p:cNvPr id="314" name="Google Shape;314;p28"/>
          <p:cNvSpPr/>
          <p:nvPr/>
        </p:nvSpPr>
        <p:spPr>
          <a:xfrm>
            <a:off x="0" y="0"/>
            <a:ext cx="18288000" cy="10287000"/>
          </a:xfrm>
          <a:custGeom>
            <a:avLst/>
            <a:gdLst/>
            <a:ahLst/>
            <a:cxnLst/>
            <a:rect l="l" t="t" r="r" b="b"/>
            <a:pathLst>
              <a:path w="18288000" h="10287000" extrusionOk="0">
                <a:moveTo>
                  <a:pt x="0" y="0"/>
                </a:moveTo>
                <a:lnTo>
                  <a:pt x="18288000" y="0"/>
                </a:lnTo>
                <a:lnTo>
                  <a:pt x="18288000" y="10287000"/>
                </a:lnTo>
                <a:lnTo>
                  <a:pt x="0" y="10287000"/>
                </a:lnTo>
                <a:lnTo>
                  <a:pt x="0" y="0"/>
                </a:lnTo>
                <a:close/>
              </a:path>
            </a:pathLst>
          </a:custGeom>
          <a:blipFill rotWithShape="1">
            <a:blip r:embed="rId1">
              <a:alphaModFix amt="50000"/>
            </a:blip>
            <a:stretch>
              <a:fillRect t="-9219" b="-9219"/>
            </a:stretch>
          </a:blipFill>
          <a:ln>
            <a:noFill/>
          </a:ln>
        </p:spPr>
      </p:sp>
      <p:sp>
        <p:nvSpPr>
          <p:cNvPr id="315" name="Google Shape;315;p28"/>
          <p:cNvSpPr txBox="1"/>
          <p:nvPr/>
        </p:nvSpPr>
        <p:spPr>
          <a:xfrm>
            <a:off x="15546376" y="284025"/>
            <a:ext cx="2187600" cy="215400"/>
          </a:xfrm>
          <a:prstGeom prst="rect">
            <a:avLst/>
          </a:prstGeom>
          <a:noFill/>
          <a:ln>
            <a:noFill/>
          </a:ln>
        </p:spPr>
        <p:txBody>
          <a:bodyPr spcFirstLastPara="1" wrap="square" lIns="0" tIns="0" rIns="0" bIns="0" anchor="t" anchorCtr="0">
            <a:spAutoFit/>
          </a:bodyPr>
          <a:lstStyle/>
          <a:p>
            <a:pPr marL="0" marR="0" lvl="0" indent="0" algn="r" rtl="0">
              <a:lnSpc>
                <a:spcPct val="140000"/>
              </a:lnSpc>
              <a:spcBef>
                <a:spcPts val="0"/>
              </a:spcBef>
              <a:spcAft>
                <a:spcPts val="0"/>
              </a:spcAft>
              <a:buNone/>
            </a:pPr>
            <a:r>
              <a:rPr lang="en-US" sz="1400" b="1" i="0" u="none" strike="noStrike" cap="none">
                <a:solidFill>
                  <a:srgbClr val="FFFFFF"/>
                </a:solidFill>
                <a:latin typeface="Inter" panose="02000503000000020004"/>
                <a:ea typeface="Inter" panose="02000503000000020004"/>
                <a:cs typeface="Inter" panose="02000503000000020004"/>
                <a:sym typeface="Inter" panose="02000503000000020004"/>
              </a:rPr>
              <a:t>SLIDESCARNIVAL</a:t>
            </a:r>
            <a:endParaRPr lang="en-US" sz="1400" b="1" i="0" u="none" strike="noStrike" cap="none">
              <a:solidFill>
                <a:srgbClr val="FFFFFF"/>
              </a:solidFill>
              <a:latin typeface="Inter" panose="02000503000000020004"/>
              <a:ea typeface="Inter" panose="02000503000000020004"/>
              <a:cs typeface="Inter" panose="02000503000000020004"/>
              <a:sym typeface="Inter" panose="02000503000000020004"/>
            </a:endParaRPr>
          </a:p>
        </p:txBody>
      </p:sp>
      <p:sp>
        <p:nvSpPr>
          <p:cNvPr id="316" name="Google Shape;316;p28"/>
          <p:cNvSpPr txBox="1"/>
          <p:nvPr/>
        </p:nvSpPr>
        <p:spPr>
          <a:xfrm>
            <a:off x="554075" y="284025"/>
            <a:ext cx="1608300" cy="21540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1400" b="1" i="0" u="none" strike="noStrike" cap="none">
                <a:solidFill>
                  <a:srgbClr val="ABABAB"/>
                </a:solidFill>
                <a:latin typeface="Inter" panose="02000503000000020004"/>
                <a:ea typeface="Inter" panose="02000503000000020004"/>
                <a:cs typeface="Inter" panose="02000503000000020004"/>
                <a:sym typeface="Inter" panose="02000503000000020004"/>
              </a:rPr>
              <a:t>TECH COMPANY</a:t>
            </a:r>
            <a:endParaRPr lang="en-US" sz="1400" b="1" i="0" u="none" strike="noStrike" cap="none">
              <a:solidFill>
                <a:srgbClr val="ABABAB"/>
              </a:solidFill>
              <a:latin typeface="Inter" panose="02000503000000020004"/>
              <a:ea typeface="Inter" panose="02000503000000020004"/>
              <a:cs typeface="Inter" panose="02000503000000020004"/>
              <a:sym typeface="Inter" panose="02000503000000020004"/>
            </a:endParaRPr>
          </a:p>
        </p:txBody>
      </p:sp>
      <p:sp>
        <p:nvSpPr>
          <p:cNvPr id="317" name="Google Shape;317;p28"/>
          <p:cNvSpPr txBox="1"/>
          <p:nvPr/>
        </p:nvSpPr>
        <p:spPr>
          <a:xfrm>
            <a:off x="3017952" y="284025"/>
            <a:ext cx="1083600" cy="21540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1400" b="1" i="0" u="none" strike="noStrike" cap="none">
                <a:solidFill>
                  <a:srgbClr val="ABABAB"/>
                </a:solidFill>
                <a:latin typeface="Inter" panose="02000503000000020004"/>
                <a:ea typeface="Inter" panose="02000503000000020004"/>
                <a:cs typeface="Inter" panose="02000503000000020004"/>
                <a:sym typeface="Inter" panose="02000503000000020004"/>
              </a:rPr>
              <a:t>CONTENTS</a:t>
            </a:r>
            <a:endParaRPr lang="en-US" sz="1400" b="1" i="0" u="none" strike="noStrike" cap="none">
              <a:solidFill>
                <a:srgbClr val="ABABAB"/>
              </a:solidFill>
              <a:latin typeface="Inter" panose="02000503000000020004"/>
              <a:ea typeface="Inter" panose="02000503000000020004"/>
              <a:cs typeface="Inter" panose="02000503000000020004"/>
              <a:sym typeface="Inter" panose="02000503000000020004"/>
            </a:endParaRPr>
          </a:p>
        </p:txBody>
      </p:sp>
      <p:sp>
        <p:nvSpPr>
          <p:cNvPr id="318" name="Google Shape;318;p28"/>
          <p:cNvSpPr txBox="1"/>
          <p:nvPr/>
        </p:nvSpPr>
        <p:spPr>
          <a:xfrm>
            <a:off x="4882146" y="284025"/>
            <a:ext cx="1506600" cy="21540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1400" b="1" i="0" u="none" strike="noStrike" cap="none">
                <a:solidFill>
                  <a:srgbClr val="ABABAB"/>
                </a:solidFill>
                <a:latin typeface="Inter" panose="02000503000000020004"/>
                <a:ea typeface="Inter" panose="02000503000000020004"/>
                <a:cs typeface="Inter" panose="02000503000000020004"/>
                <a:sym typeface="Inter" panose="02000503000000020004"/>
              </a:rPr>
              <a:t>INTRODUCTION</a:t>
            </a:r>
            <a:endParaRPr lang="en-US" sz="1400" b="1" i="0" u="none" strike="noStrike" cap="none">
              <a:solidFill>
                <a:srgbClr val="ABABAB"/>
              </a:solidFill>
              <a:latin typeface="Inter" panose="02000503000000020004"/>
              <a:ea typeface="Inter" panose="02000503000000020004"/>
              <a:cs typeface="Inter" panose="02000503000000020004"/>
              <a:sym typeface="Inter" panose="02000503000000020004"/>
            </a:endParaRPr>
          </a:p>
        </p:txBody>
      </p:sp>
      <p:sp>
        <p:nvSpPr>
          <p:cNvPr id="319" name="Google Shape;319;p28"/>
          <p:cNvSpPr txBox="1"/>
          <p:nvPr/>
        </p:nvSpPr>
        <p:spPr>
          <a:xfrm>
            <a:off x="7229564" y="284025"/>
            <a:ext cx="1005600" cy="21540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1400" b="1" i="0" u="none" strike="noStrike" cap="none">
                <a:solidFill>
                  <a:srgbClr val="ABABAB"/>
                </a:solidFill>
                <a:latin typeface="Inter" panose="02000503000000020004"/>
                <a:ea typeface="Inter" panose="02000503000000020004"/>
                <a:cs typeface="Inter" panose="02000503000000020004"/>
                <a:sym typeface="Inter" panose="02000503000000020004"/>
              </a:rPr>
              <a:t>ABOUT US</a:t>
            </a:r>
            <a:endParaRPr lang="en-US" sz="1400" b="1" i="0" u="none" strike="noStrike" cap="none">
              <a:solidFill>
                <a:srgbClr val="ABABAB"/>
              </a:solidFill>
              <a:latin typeface="Inter" panose="02000503000000020004"/>
              <a:ea typeface="Inter" panose="02000503000000020004"/>
              <a:cs typeface="Inter" panose="02000503000000020004"/>
              <a:sym typeface="Inter" panose="02000503000000020004"/>
            </a:endParaRPr>
          </a:p>
        </p:txBody>
      </p:sp>
      <p:sp>
        <p:nvSpPr>
          <p:cNvPr id="320" name="Google Shape;320;p28"/>
          <p:cNvSpPr txBox="1"/>
          <p:nvPr/>
        </p:nvSpPr>
        <p:spPr>
          <a:xfrm>
            <a:off x="9004554" y="284025"/>
            <a:ext cx="1549200" cy="21540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1400" b="1" i="0" u="none" strike="noStrike" cap="none">
                <a:solidFill>
                  <a:srgbClr val="FFFFFF"/>
                </a:solidFill>
                <a:latin typeface="Inter" panose="02000503000000020004"/>
                <a:ea typeface="Inter" panose="02000503000000020004"/>
                <a:cs typeface="Inter" panose="02000503000000020004"/>
                <a:sym typeface="Inter" panose="02000503000000020004"/>
              </a:rPr>
              <a:t>OUR PRODUCTS</a:t>
            </a:r>
            <a:endParaRPr lang="en-US" sz="1400" b="1" i="0" u="none" strike="noStrike" cap="none">
              <a:solidFill>
                <a:srgbClr val="FFFFFF"/>
              </a:solidFill>
              <a:latin typeface="Inter" panose="02000503000000020004"/>
              <a:ea typeface="Inter" panose="02000503000000020004"/>
              <a:cs typeface="Inter" panose="02000503000000020004"/>
              <a:sym typeface="Inter" panose="02000503000000020004"/>
            </a:endParaRPr>
          </a:p>
        </p:txBody>
      </p:sp>
      <p:grpSp>
        <p:nvGrpSpPr>
          <p:cNvPr id="321" name="Google Shape;321;p28"/>
          <p:cNvGrpSpPr/>
          <p:nvPr/>
        </p:nvGrpSpPr>
        <p:grpSpPr>
          <a:xfrm>
            <a:off x="2741618" y="2873895"/>
            <a:ext cx="12804764" cy="4557019"/>
            <a:chOff x="0" y="381000"/>
            <a:chExt cx="17073018" cy="6076025"/>
          </a:xfrm>
        </p:grpSpPr>
        <p:sp>
          <p:nvSpPr>
            <p:cNvPr id="322" name="Google Shape;322;p28"/>
            <p:cNvSpPr txBox="1"/>
            <p:nvPr/>
          </p:nvSpPr>
          <p:spPr>
            <a:xfrm>
              <a:off x="2299802" y="1570816"/>
              <a:ext cx="12473400" cy="3940500"/>
            </a:xfrm>
            <a:prstGeom prst="rect">
              <a:avLst/>
            </a:prstGeom>
            <a:noFill/>
            <a:ln>
              <a:noFill/>
            </a:ln>
          </p:spPr>
          <p:txBody>
            <a:bodyPr spcFirstLastPara="1" wrap="square" lIns="0" tIns="0" rIns="0" bIns="0" anchor="t" anchorCtr="0">
              <a:spAutoFit/>
            </a:bodyPr>
            <a:lstStyle/>
            <a:p>
              <a:pPr marL="0" marR="0" lvl="0" indent="0" algn="ctr" rtl="0">
                <a:lnSpc>
                  <a:spcPct val="80000"/>
                </a:lnSpc>
                <a:spcBef>
                  <a:spcPts val="0"/>
                </a:spcBef>
                <a:spcAft>
                  <a:spcPts val="0"/>
                </a:spcAft>
                <a:buNone/>
              </a:pPr>
              <a:r>
                <a:rPr lang="en-US" sz="8000" b="0" i="0" u="none" strike="noStrike" cap="none">
                  <a:solidFill>
                    <a:srgbClr val="FFFFFF"/>
                  </a:solidFill>
                  <a:latin typeface="Inter" panose="02000503000000020004"/>
                  <a:ea typeface="Inter" panose="02000503000000020004"/>
                  <a:cs typeface="Inter" panose="02000503000000020004"/>
                  <a:sym typeface="Inter" panose="02000503000000020004"/>
                </a:rPr>
                <a:t>Write an original statement or inspiring quote</a:t>
              </a:r>
              <a:endParaRPr lang="en-US" sz="8000" b="0" i="0" u="none" strike="noStrike" cap="none">
                <a:solidFill>
                  <a:srgbClr val="FFFFFF"/>
                </a:solidFill>
                <a:latin typeface="Inter" panose="02000503000000020004"/>
                <a:ea typeface="Inter" panose="02000503000000020004"/>
                <a:cs typeface="Inter" panose="02000503000000020004"/>
                <a:sym typeface="Inter" panose="02000503000000020004"/>
              </a:endParaRPr>
            </a:p>
          </p:txBody>
        </p:sp>
        <p:sp>
          <p:nvSpPr>
            <p:cNvPr id="323" name="Google Shape;323;p28"/>
            <p:cNvSpPr txBox="1"/>
            <p:nvPr/>
          </p:nvSpPr>
          <p:spPr>
            <a:xfrm>
              <a:off x="0" y="6028400"/>
              <a:ext cx="17073018" cy="428625"/>
            </a:xfrm>
            <a:prstGeom prst="rect">
              <a:avLst/>
            </a:prstGeom>
            <a:noFill/>
            <a:ln>
              <a:noFill/>
            </a:ln>
          </p:spPr>
          <p:txBody>
            <a:bodyPr spcFirstLastPara="1" wrap="square" lIns="0" tIns="0" rIns="0" bIns="0" anchor="t" anchorCtr="0">
              <a:spAutoFit/>
            </a:bodyPr>
            <a:lstStyle/>
            <a:p>
              <a:pPr marL="0" marR="0" lvl="0" indent="0" algn="ctr" rtl="0">
                <a:lnSpc>
                  <a:spcPct val="120000"/>
                </a:lnSpc>
                <a:spcBef>
                  <a:spcPts val="0"/>
                </a:spcBef>
                <a:spcAft>
                  <a:spcPts val="0"/>
                </a:spcAft>
                <a:buNone/>
              </a:pPr>
              <a:r>
                <a:rPr lang="en-US" sz="2100" b="0" i="0" u="none" strike="noStrike" cap="none">
                  <a:solidFill>
                    <a:srgbClr val="FFFFFF"/>
                  </a:solidFill>
                  <a:latin typeface="Inter Light" panose="02000503000000020004"/>
                  <a:ea typeface="Inter Light" panose="02000503000000020004"/>
                  <a:cs typeface="Inter Light" panose="02000503000000020004"/>
                  <a:sym typeface="Inter Light" panose="02000503000000020004"/>
                </a:rPr>
                <a:t>— Include a credit, citation, or supporting message</a:t>
              </a:r>
              <a:endParaRPr lang="en-US" sz="2100" b="0" i="0" u="none" strike="noStrike" cap="none">
                <a:solidFill>
                  <a:srgbClr val="FFFFFF"/>
                </a:solidFill>
                <a:latin typeface="Inter Light" panose="02000503000000020004"/>
                <a:ea typeface="Inter Light" panose="02000503000000020004"/>
                <a:cs typeface="Inter Light" panose="02000503000000020004"/>
                <a:sym typeface="Inter Light" panose="02000503000000020004"/>
              </a:endParaRPr>
            </a:p>
          </p:txBody>
        </p:sp>
        <p:sp>
          <p:nvSpPr>
            <p:cNvPr id="324" name="Google Shape;324;p28"/>
            <p:cNvSpPr txBox="1"/>
            <p:nvPr/>
          </p:nvSpPr>
          <p:spPr>
            <a:xfrm>
              <a:off x="6789137" y="381000"/>
              <a:ext cx="3494744" cy="2341531"/>
            </a:xfrm>
            <a:prstGeom prst="rect">
              <a:avLst/>
            </a:prstGeom>
            <a:noFill/>
            <a:ln>
              <a:noFill/>
            </a:ln>
          </p:spPr>
          <p:txBody>
            <a:bodyPr spcFirstLastPara="1" wrap="square" lIns="0" tIns="0" rIns="0" bIns="0" anchor="t" anchorCtr="0">
              <a:spAutoFit/>
            </a:bodyPr>
            <a:lstStyle/>
            <a:p>
              <a:pPr marL="0" marR="0" lvl="0" indent="0" algn="ctr" rtl="0">
                <a:lnSpc>
                  <a:spcPct val="90000"/>
                </a:lnSpc>
                <a:spcBef>
                  <a:spcPts val="0"/>
                </a:spcBef>
                <a:spcAft>
                  <a:spcPts val="0"/>
                </a:spcAft>
                <a:buNone/>
              </a:pPr>
              <a:r>
                <a:rPr lang="en-US" sz="13420" b="0" i="0" u="none" strike="noStrike" cap="none">
                  <a:solidFill>
                    <a:srgbClr val="FFFFFF"/>
                  </a:solidFill>
                  <a:latin typeface="Inter" panose="02000503000000020004"/>
                  <a:ea typeface="Inter" panose="02000503000000020004"/>
                  <a:cs typeface="Inter" panose="02000503000000020004"/>
                  <a:sym typeface="Inter" panose="02000503000000020004"/>
                </a:rPr>
                <a:t>“</a:t>
              </a:r>
              <a:endParaRPr lang="en-US" sz="13420" b="0" i="0" u="none" strike="noStrike" cap="none">
                <a:solidFill>
                  <a:srgbClr val="FFFFFF"/>
                </a:solidFill>
                <a:latin typeface="Inter" panose="02000503000000020004"/>
                <a:ea typeface="Inter" panose="02000503000000020004"/>
                <a:cs typeface="Inter" panose="02000503000000020004"/>
                <a:sym typeface="Inter" panose="02000503000000020004"/>
              </a:endParaRPr>
            </a:p>
          </p:txBody>
        </p:sp>
      </p:grpSp>
      <p:grpSp>
        <p:nvGrpSpPr>
          <p:cNvPr id="325" name="Google Shape;325;p28"/>
          <p:cNvGrpSpPr/>
          <p:nvPr/>
        </p:nvGrpSpPr>
        <p:grpSpPr>
          <a:xfrm>
            <a:off x="4062742" y="10280815"/>
            <a:ext cx="10162515" cy="3385534"/>
            <a:chOff x="0" y="209550"/>
            <a:chExt cx="13550020" cy="4514046"/>
          </a:xfrm>
        </p:grpSpPr>
        <p:sp>
          <p:nvSpPr>
            <p:cNvPr id="326" name="Google Shape;326;p28"/>
            <p:cNvSpPr txBox="1"/>
            <p:nvPr/>
          </p:nvSpPr>
          <p:spPr>
            <a:xfrm>
              <a:off x="0" y="209550"/>
              <a:ext cx="13550020" cy="1416051"/>
            </a:xfrm>
            <a:prstGeom prst="rect">
              <a:avLst/>
            </a:prstGeom>
            <a:noFill/>
            <a:ln>
              <a:noFill/>
            </a:ln>
          </p:spPr>
          <p:txBody>
            <a:bodyPr spcFirstLastPara="1" wrap="square" lIns="0" tIns="0" rIns="0" bIns="0" anchor="t" anchorCtr="0">
              <a:spAutoFit/>
            </a:bodyPr>
            <a:lstStyle/>
            <a:p>
              <a:pPr marL="0" marR="0" lvl="0" indent="0" algn="ctr" rtl="0">
                <a:lnSpc>
                  <a:spcPct val="90000"/>
                </a:lnSpc>
                <a:spcBef>
                  <a:spcPts val="0"/>
                </a:spcBef>
                <a:spcAft>
                  <a:spcPts val="0"/>
                </a:spcAft>
                <a:buNone/>
              </a:pPr>
              <a:r>
                <a:rPr lang="en-US" sz="8000" b="0" i="0" u="none" strike="noStrike" cap="none">
                  <a:solidFill>
                    <a:srgbClr val="FFFFFF"/>
                  </a:solidFill>
                  <a:latin typeface="Inter" panose="02000503000000020004"/>
                  <a:ea typeface="Inter" panose="02000503000000020004"/>
                  <a:cs typeface="Inter" panose="02000503000000020004"/>
                  <a:sym typeface="Inter" panose="02000503000000020004"/>
                </a:rPr>
                <a:t>Contact Us</a:t>
              </a:r>
              <a:endParaRPr lang="en-US" sz="8000" b="0" i="0" u="none" strike="noStrike" cap="none">
                <a:solidFill>
                  <a:srgbClr val="FFFFFF"/>
                </a:solidFill>
                <a:latin typeface="Inter" panose="02000503000000020004"/>
                <a:ea typeface="Inter" panose="02000503000000020004"/>
                <a:cs typeface="Inter" panose="02000503000000020004"/>
                <a:sym typeface="Inter" panose="02000503000000020004"/>
              </a:endParaRPr>
            </a:p>
          </p:txBody>
        </p:sp>
        <p:sp>
          <p:nvSpPr>
            <p:cNvPr id="327" name="Google Shape;327;p28"/>
            <p:cNvSpPr txBox="1"/>
            <p:nvPr/>
          </p:nvSpPr>
          <p:spPr>
            <a:xfrm>
              <a:off x="1462152" y="1819276"/>
              <a:ext cx="10354353" cy="428625"/>
            </a:xfrm>
            <a:prstGeom prst="rect">
              <a:avLst/>
            </a:prstGeom>
            <a:noFill/>
            <a:ln>
              <a:noFill/>
            </a:ln>
          </p:spPr>
          <p:txBody>
            <a:bodyPr spcFirstLastPara="1" wrap="square" lIns="0" tIns="0" rIns="0" bIns="0" anchor="t" anchorCtr="0">
              <a:spAutoFit/>
            </a:bodyPr>
            <a:lstStyle/>
            <a:p>
              <a:pPr marL="0" marR="0" lvl="0" indent="0" algn="ctr" rtl="0">
                <a:lnSpc>
                  <a:spcPct val="120000"/>
                </a:lnSpc>
                <a:spcBef>
                  <a:spcPts val="0"/>
                </a:spcBef>
                <a:spcAft>
                  <a:spcPts val="0"/>
                </a:spcAft>
                <a:buNone/>
              </a:pPr>
              <a:r>
                <a:rPr lang="en-US" sz="2100" b="0" i="0" u="none" strike="noStrike" cap="none">
                  <a:solidFill>
                    <a:srgbClr val="FFFFFF"/>
                  </a:solidFill>
                  <a:latin typeface="Inter Light" panose="02000503000000020004"/>
                  <a:ea typeface="Inter Light" panose="02000503000000020004"/>
                  <a:cs typeface="Inter Light" panose="02000503000000020004"/>
                  <a:sym typeface="Inter Light" panose="02000503000000020004"/>
                </a:rPr>
                <a:t>123 Anywhere St., Any City,ST 12345</a:t>
              </a:r>
              <a:endParaRPr lang="en-US" sz="2100" b="0" i="0" u="none" strike="noStrike" cap="none">
                <a:solidFill>
                  <a:srgbClr val="FFFFFF"/>
                </a:solidFill>
                <a:latin typeface="Inter Light" panose="02000503000000020004"/>
                <a:ea typeface="Inter Light" panose="02000503000000020004"/>
                <a:cs typeface="Inter Light" panose="02000503000000020004"/>
                <a:sym typeface="Inter Light" panose="02000503000000020004"/>
              </a:endParaRPr>
            </a:p>
          </p:txBody>
        </p:sp>
        <p:sp>
          <p:nvSpPr>
            <p:cNvPr id="328" name="Google Shape;328;p28"/>
            <p:cNvSpPr txBox="1"/>
            <p:nvPr/>
          </p:nvSpPr>
          <p:spPr>
            <a:xfrm>
              <a:off x="3377359" y="2438200"/>
              <a:ext cx="6523939" cy="428625"/>
            </a:xfrm>
            <a:prstGeom prst="rect">
              <a:avLst/>
            </a:prstGeom>
            <a:noFill/>
            <a:ln>
              <a:noFill/>
            </a:ln>
          </p:spPr>
          <p:txBody>
            <a:bodyPr spcFirstLastPara="1" wrap="square" lIns="0" tIns="0" rIns="0" bIns="0" anchor="t" anchorCtr="0">
              <a:spAutoFit/>
            </a:bodyPr>
            <a:lstStyle/>
            <a:p>
              <a:pPr marL="0" marR="0" lvl="0" indent="0" algn="ctr" rtl="0">
                <a:lnSpc>
                  <a:spcPct val="120000"/>
                </a:lnSpc>
                <a:spcBef>
                  <a:spcPts val="0"/>
                </a:spcBef>
                <a:spcAft>
                  <a:spcPts val="0"/>
                </a:spcAft>
                <a:buNone/>
              </a:pPr>
              <a:r>
                <a:rPr lang="en-US" sz="2100" b="0" i="0" u="none" strike="noStrike" cap="none">
                  <a:solidFill>
                    <a:srgbClr val="FFFFFF"/>
                  </a:solidFill>
                  <a:latin typeface="Inter Light" panose="02000503000000020004"/>
                  <a:ea typeface="Inter Light" panose="02000503000000020004"/>
                  <a:cs typeface="Inter Light" panose="02000503000000020004"/>
                  <a:sym typeface="Inter Light" panose="02000503000000020004"/>
                </a:rPr>
                <a:t>123-456-7890</a:t>
              </a:r>
              <a:endParaRPr lang="en-US" sz="2100" b="0" i="0" u="none" strike="noStrike" cap="none">
                <a:solidFill>
                  <a:srgbClr val="FFFFFF"/>
                </a:solidFill>
                <a:latin typeface="Inter Light" panose="02000503000000020004"/>
                <a:ea typeface="Inter Light" panose="02000503000000020004"/>
                <a:cs typeface="Inter Light" panose="02000503000000020004"/>
                <a:sym typeface="Inter Light" panose="02000503000000020004"/>
              </a:endParaRPr>
            </a:p>
          </p:txBody>
        </p:sp>
        <p:sp>
          <p:nvSpPr>
            <p:cNvPr id="329" name="Google Shape;329;p28"/>
            <p:cNvSpPr txBox="1"/>
            <p:nvPr/>
          </p:nvSpPr>
          <p:spPr>
            <a:xfrm>
              <a:off x="2235203" y="3057123"/>
              <a:ext cx="8808251" cy="428625"/>
            </a:xfrm>
            <a:prstGeom prst="rect">
              <a:avLst/>
            </a:prstGeom>
            <a:noFill/>
            <a:ln>
              <a:noFill/>
            </a:ln>
          </p:spPr>
          <p:txBody>
            <a:bodyPr spcFirstLastPara="1" wrap="square" lIns="0" tIns="0" rIns="0" bIns="0" anchor="t" anchorCtr="0">
              <a:spAutoFit/>
            </a:bodyPr>
            <a:lstStyle/>
            <a:p>
              <a:pPr marL="0" marR="0" lvl="0" indent="0" algn="ctr" rtl="0">
                <a:lnSpc>
                  <a:spcPct val="120000"/>
                </a:lnSpc>
                <a:spcBef>
                  <a:spcPts val="0"/>
                </a:spcBef>
                <a:spcAft>
                  <a:spcPts val="0"/>
                </a:spcAft>
                <a:buNone/>
              </a:pPr>
              <a:r>
                <a:rPr lang="en-US" sz="2100" b="0" i="0" u="none" strike="noStrike" cap="none">
                  <a:solidFill>
                    <a:srgbClr val="FFFFFF"/>
                  </a:solidFill>
                  <a:latin typeface="Inter Light" panose="02000503000000020004"/>
                  <a:ea typeface="Inter Light" panose="02000503000000020004"/>
                  <a:cs typeface="Inter Light" panose="02000503000000020004"/>
                  <a:sym typeface="Inter Light" panose="02000503000000020004"/>
                </a:rPr>
                <a:t>hello@reallygreatsite.com</a:t>
              </a:r>
              <a:endParaRPr lang="en-US" sz="2100" b="0" i="0" u="none" strike="noStrike" cap="none">
                <a:solidFill>
                  <a:srgbClr val="FFFFFF"/>
                </a:solidFill>
                <a:latin typeface="Inter Light" panose="02000503000000020004"/>
                <a:ea typeface="Inter Light" panose="02000503000000020004"/>
                <a:cs typeface="Inter Light" panose="02000503000000020004"/>
                <a:sym typeface="Inter Light" panose="02000503000000020004"/>
              </a:endParaRPr>
            </a:p>
          </p:txBody>
        </p:sp>
        <p:sp>
          <p:nvSpPr>
            <p:cNvPr id="330" name="Google Shape;330;p28"/>
            <p:cNvSpPr txBox="1"/>
            <p:nvPr/>
          </p:nvSpPr>
          <p:spPr>
            <a:xfrm>
              <a:off x="3377359" y="4294971"/>
              <a:ext cx="6523939" cy="428625"/>
            </a:xfrm>
            <a:prstGeom prst="rect">
              <a:avLst/>
            </a:prstGeom>
            <a:noFill/>
            <a:ln>
              <a:noFill/>
            </a:ln>
          </p:spPr>
          <p:txBody>
            <a:bodyPr spcFirstLastPara="1" wrap="square" lIns="0" tIns="0" rIns="0" bIns="0" anchor="t" anchorCtr="0">
              <a:spAutoFit/>
            </a:bodyPr>
            <a:lstStyle/>
            <a:p>
              <a:pPr marL="0" marR="0" lvl="0" indent="0" algn="ctr" rtl="0">
                <a:lnSpc>
                  <a:spcPct val="120000"/>
                </a:lnSpc>
                <a:spcBef>
                  <a:spcPts val="0"/>
                </a:spcBef>
                <a:spcAft>
                  <a:spcPts val="0"/>
                </a:spcAft>
                <a:buNone/>
              </a:pPr>
              <a:r>
                <a:rPr lang="en-US" sz="2100" b="0" i="0" u="none" strike="noStrike" cap="none">
                  <a:solidFill>
                    <a:srgbClr val="FFFFFF"/>
                  </a:solidFill>
                  <a:latin typeface="Inter Light" panose="02000503000000020004"/>
                  <a:ea typeface="Inter Light" panose="02000503000000020004"/>
                  <a:cs typeface="Inter Light" panose="02000503000000020004"/>
                  <a:sym typeface="Inter Light" panose="02000503000000020004"/>
                </a:rPr>
                <a:t>reallygreatsite.com</a:t>
              </a:r>
              <a:endParaRPr lang="en-US" sz="2100" b="0" i="0" u="none" strike="noStrike" cap="none">
                <a:solidFill>
                  <a:srgbClr val="FFFFFF"/>
                </a:solidFill>
                <a:latin typeface="Inter Light" panose="02000503000000020004"/>
                <a:ea typeface="Inter Light" panose="02000503000000020004"/>
                <a:cs typeface="Inter Light" panose="02000503000000020004"/>
                <a:sym typeface="Inter Light" panose="02000503000000020004"/>
              </a:endParaRPr>
            </a:p>
          </p:txBody>
        </p:sp>
        <p:sp>
          <p:nvSpPr>
            <p:cNvPr id="331" name="Google Shape;331;p28"/>
            <p:cNvSpPr txBox="1"/>
            <p:nvPr/>
          </p:nvSpPr>
          <p:spPr>
            <a:xfrm>
              <a:off x="3377359" y="3676047"/>
              <a:ext cx="6523939" cy="428625"/>
            </a:xfrm>
            <a:prstGeom prst="rect">
              <a:avLst/>
            </a:prstGeom>
            <a:noFill/>
            <a:ln>
              <a:noFill/>
            </a:ln>
          </p:spPr>
          <p:txBody>
            <a:bodyPr spcFirstLastPara="1" wrap="square" lIns="0" tIns="0" rIns="0" bIns="0" anchor="t" anchorCtr="0">
              <a:spAutoFit/>
            </a:bodyPr>
            <a:lstStyle/>
            <a:p>
              <a:pPr marL="0" marR="0" lvl="0" indent="0" algn="ctr" rtl="0">
                <a:lnSpc>
                  <a:spcPct val="120000"/>
                </a:lnSpc>
                <a:spcBef>
                  <a:spcPts val="0"/>
                </a:spcBef>
                <a:spcAft>
                  <a:spcPts val="0"/>
                </a:spcAft>
                <a:buNone/>
              </a:pPr>
              <a:r>
                <a:rPr lang="en-US" sz="2100" b="0" i="0" u="none" strike="noStrike" cap="none">
                  <a:solidFill>
                    <a:srgbClr val="FFFFFF"/>
                  </a:solidFill>
                  <a:latin typeface="Inter Light" panose="02000503000000020004"/>
                  <a:ea typeface="Inter Light" panose="02000503000000020004"/>
                  <a:cs typeface="Inter Light" panose="02000503000000020004"/>
                  <a:sym typeface="Inter Light" panose="02000503000000020004"/>
                </a:rPr>
                <a:t>@reallygreatsite</a:t>
              </a:r>
              <a:endParaRPr lang="en-US" sz="2100" b="0" i="0" u="none" strike="noStrike" cap="none">
                <a:solidFill>
                  <a:srgbClr val="FFFFFF"/>
                </a:solidFill>
                <a:latin typeface="Inter Light" panose="02000503000000020004"/>
                <a:ea typeface="Inter Light" panose="02000503000000020004"/>
                <a:cs typeface="Inter Light" panose="02000503000000020004"/>
                <a:sym typeface="Inter Light" panose="02000503000000020004"/>
              </a:endParaRPr>
            </a:p>
          </p:txBody>
        </p:sp>
      </p:grpSp>
    </p:spTree>
  </p:cSld>
  <p:clrMapOvr>
    <a:masterClrMapping/>
  </p:clrMapOvr>
  <p:transition spd="slow">
    <p:fade/>
  </p:transition>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335" name="Shape 335"/>
        <p:cNvGrpSpPr/>
        <p:nvPr/>
      </p:nvGrpSpPr>
      <p:grpSpPr>
        <a:xfrm>
          <a:off x="0" y="0"/>
          <a:ext cx="0" cy="0"/>
          <a:chOff x="0" y="0"/>
          <a:chExt cx="0" cy="0"/>
        </a:xfrm>
      </p:grpSpPr>
      <p:sp>
        <p:nvSpPr>
          <p:cNvPr id="336" name="Google Shape;336;p29"/>
          <p:cNvSpPr/>
          <p:nvPr/>
        </p:nvSpPr>
        <p:spPr>
          <a:xfrm>
            <a:off x="0" y="0"/>
            <a:ext cx="18288000" cy="10287000"/>
          </a:xfrm>
          <a:custGeom>
            <a:avLst/>
            <a:gdLst/>
            <a:ahLst/>
            <a:cxnLst/>
            <a:rect l="l" t="t" r="r" b="b"/>
            <a:pathLst>
              <a:path w="18288000" h="10287000" extrusionOk="0">
                <a:moveTo>
                  <a:pt x="0" y="0"/>
                </a:moveTo>
                <a:lnTo>
                  <a:pt x="18288000" y="0"/>
                </a:lnTo>
                <a:lnTo>
                  <a:pt x="18288000" y="10287000"/>
                </a:lnTo>
                <a:lnTo>
                  <a:pt x="0" y="10287000"/>
                </a:lnTo>
                <a:lnTo>
                  <a:pt x="0" y="0"/>
                </a:lnTo>
                <a:close/>
              </a:path>
            </a:pathLst>
          </a:custGeom>
          <a:blipFill rotWithShape="1">
            <a:blip r:embed="rId1">
              <a:alphaModFix amt="50000"/>
            </a:blip>
            <a:stretch>
              <a:fillRect t="-9219" b="-9219"/>
            </a:stretch>
          </a:blipFill>
          <a:ln>
            <a:noFill/>
          </a:ln>
        </p:spPr>
      </p:sp>
      <p:pic>
        <p:nvPicPr>
          <p:cNvPr id="337" name="Google Shape;337;p29"/>
          <p:cNvPicPr preferRelativeResize="0"/>
          <p:nvPr/>
        </p:nvPicPr>
        <p:blipFill>
          <a:blip r:embed="rId2"/>
          <a:stretch>
            <a:fillRect/>
          </a:stretch>
        </p:blipFill>
        <p:spPr>
          <a:xfrm>
            <a:off x="13537775" y="-694191"/>
            <a:ext cx="11533002" cy="11675380"/>
          </a:xfrm>
          <a:prstGeom prst="rect">
            <a:avLst/>
          </a:prstGeom>
          <a:noFill/>
          <a:ln>
            <a:noFill/>
          </a:ln>
        </p:spPr>
      </p:pic>
      <p:pic>
        <p:nvPicPr>
          <p:cNvPr id="338" name="Google Shape;338;p29"/>
          <p:cNvPicPr preferRelativeResize="0"/>
          <p:nvPr/>
        </p:nvPicPr>
        <p:blipFill>
          <a:blip r:embed="rId2"/>
          <a:stretch>
            <a:fillRect/>
          </a:stretch>
        </p:blipFill>
        <p:spPr>
          <a:xfrm>
            <a:off x="-6782775" y="-694191"/>
            <a:ext cx="11533002" cy="11675380"/>
          </a:xfrm>
          <a:prstGeom prst="rect">
            <a:avLst/>
          </a:prstGeom>
          <a:noFill/>
          <a:ln>
            <a:noFill/>
          </a:ln>
        </p:spPr>
      </p:pic>
      <p:grpSp>
        <p:nvGrpSpPr>
          <p:cNvPr id="339" name="Google Shape;339;p29"/>
          <p:cNvGrpSpPr/>
          <p:nvPr/>
        </p:nvGrpSpPr>
        <p:grpSpPr>
          <a:xfrm>
            <a:off x="4062742" y="3782758"/>
            <a:ext cx="10162515" cy="3385535"/>
            <a:chOff x="0" y="209550"/>
            <a:chExt cx="13550020" cy="4514046"/>
          </a:xfrm>
        </p:grpSpPr>
        <p:sp>
          <p:nvSpPr>
            <p:cNvPr id="340" name="Google Shape;340;p29"/>
            <p:cNvSpPr txBox="1"/>
            <p:nvPr/>
          </p:nvSpPr>
          <p:spPr>
            <a:xfrm>
              <a:off x="0" y="209550"/>
              <a:ext cx="13550020" cy="1416051"/>
            </a:xfrm>
            <a:prstGeom prst="rect">
              <a:avLst/>
            </a:prstGeom>
            <a:noFill/>
            <a:ln>
              <a:noFill/>
            </a:ln>
          </p:spPr>
          <p:txBody>
            <a:bodyPr spcFirstLastPara="1" wrap="square" lIns="0" tIns="0" rIns="0" bIns="0" anchor="t" anchorCtr="0">
              <a:spAutoFit/>
            </a:bodyPr>
            <a:lstStyle/>
            <a:p>
              <a:pPr marL="0" marR="0" lvl="0" indent="0" algn="ctr" rtl="0">
                <a:lnSpc>
                  <a:spcPct val="90000"/>
                </a:lnSpc>
                <a:spcBef>
                  <a:spcPts val="0"/>
                </a:spcBef>
                <a:spcAft>
                  <a:spcPts val="0"/>
                </a:spcAft>
                <a:buNone/>
              </a:pPr>
              <a:r>
                <a:rPr lang="en-US" sz="8000" b="0" i="0" u="none" strike="noStrike" cap="none">
                  <a:solidFill>
                    <a:srgbClr val="FFFFFF"/>
                  </a:solidFill>
                  <a:latin typeface="Inter" panose="02000503000000020004"/>
                  <a:ea typeface="Inter" panose="02000503000000020004"/>
                  <a:cs typeface="Inter" panose="02000503000000020004"/>
                  <a:sym typeface="Inter" panose="02000503000000020004"/>
                </a:rPr>
                <a:t>Contact Us</a:t>
              </a:r>
              <a:endParaRPr lang="en-US" sz="8000" b="0" i="0" u="none" strike="noStrike" cap="none">
                <a:solidFill>
                  <a:srgbClr val="FFFFFF"/>
                </a:solidFill>
                <a:latin typeface="Inter" panose="02000503000000020004"/>
                <a:ea typeface="Inter" panose="02000503000000020004"/>
                <a:cs typeface="Inter" panose="02000503000000020004"/>
                <a:sym typeface="Inter" panose="02000503000000020004"/>
              </a:endParaRPr>
            </a:p>
          </p:txBody>
        </p:sp>
        <p:sp>
          <p:nvSpPr>
            <p:cNvPr id="341" name="Google Shape;341;p29"/>
            <p:cNvSpPr txBox="1"/>
            <p:nvPr/>
          </p:nvSpPr>
          <p:spPr>
            <a:xfrm>
              <a:off x="1462152" y="1819276"/>
              <a:ext cx="10354353" cy="428625"/>
            </a:xfrm>
            <a:prstGeom prst="rect">
              <a:avLst/>
            </a:prstGeom>
            <a:noFill/>
            <a:ln>
              <a:noFill/>
            </a:ln>
          </p:spPr>
          <p:txBody>
            <a:bodyPr spcFirstLastPara="1" wrap="square" lIns="0" tIns="0" rIns="0" bIns="0" anchor="t" anchorCtr="0">
              <a:spAutoFit/>
            </a:bodyPr>
            <a:lstStyle/>
            <a:p>
              <a:pPr marL="0" marR="0" lvl="0" indent="0" algn="ctr" rtl="0">
                <a:lnSpc>
                  <a:spcPct val="120000"/>
                </a:lnSpc>
                <a:spcBef>
                  <a:spcPts val="0"/>
                </a:spcBef>
                <a:spcAft>
                  <a:spcPts val="0"/>
                </a:spcAft>
                <a:buNone/>
              </a:pPr>
              <a:r>
                <a:rPr lang="en-US" sz="2100" b="0" i="0" u="none" strike="noStrike" cap="none">
                  <a:solidFill>
                    <a:srgbClr val="FFFFFF"/>
                  </a:solidFill>
                  <a:latin typeface="Inter Light" panose="02000503000000020004"/>
                  <a:ea typeface="Inter Light" panose="02000503000000020004"/>
                  <a:cs typeface="Inter Light" panose="02000503000000020004"/>
                  <a:sym typeface="Inter Light" panose="02000503000000020004"/>
                </a:rPr>
                <a:t>123 Anywhere St., Any City,ST 12345</a:t>
              </a:r>
              <a:endParaRPr lang="en-US" sz="2100" b="0" i="0" u="none" strike="noStrike" cap="none">
                <a:solidFill>
                  <a:srgbClr val="FFFFFF"/>
                </a:solidFill>
                <a:latin typeface="Inter Light" panose="02000503000000020004"/>
                <a:ea typeface="Inter Light" panose="02000503000000020004"/>
                <a:cs typeface="Inter Light" panose="02000503000000020004"/>
                <a:sym typeface="Inter Light" panose="02000503000000020004"/>
              </a:endParaRPr>
            </a:p>
          </p:txBody>
        </p:sp>
        <p:sp>
          <p:nvSpPr>
            <p:cNvPr id="342" name="Google Shape;342;p29"/>
            <p:cNvSpPr txBox="1"/>
            <p:nvPr/>
          </p:nvSpPr>
          <p:spPr>
            <a:xfrm>
              <a:off x="3377359" y="2438200"/>
              <a:ext cx="6523939" cy="428625"/>
            </a:xfrm>
            <a:prstGeom prst="rect">
              <a:avLst/>
            </a:prstGeom>
            <a:noFill/>
            <a:ln>
              <a:noFill/>
            </a:ln>
          </p:spPr>
          <p:txBody>
            <a:bodyPr spcFirstLastPara="1" wrap="square" lIns="0" tIns="0" rIns="0" bIns="0" anchor="t" anchorCtr="0">
              <a:spAutoFit/>
            </a:bodyPr>
            <a:lstStyle/>
            <a:p>
              <a:pPr marL="0" marR="0" lvl="0" indent="0" algn="ctr" rtl="0">
                <a:lnSpc>
                  <a:spcPct val="120000"/>
                </a:lnSpc>
                <a:spcBef>
                  <a:spcPts val="0"/>
                </a:spcBef>
                <a:spcAft>
                  <a:spcPts val="0"/>
                </a:spcAft>
                <a:buNone/>
              </a:pPr>
              <a:r>
                <a:rPr lang="en-US" sz="2100" b="0" i="0" u="none" strike="noStrike" cap="none">
                  <a:solidFill>
                    <a:srgbClr val="FFFFFF"/>
                  </a:solidFill>
                  <a:latin typeface="Inter Light" panose="02000503000000020004"/>
                  <a:ea typeface="Inter Light" panose="02000503000000020004"/>
                  <a:cs typeface="Inter Light" panose="02000503000000020004"/>
                  <a:sym typeface="Inter Light" panose="02000503000000020004"/>
                </a:rPr>
                <a:t>123-456-7890</a:t>
              </a:r>
              <a:endParaRPr lang="en-US" sz="2100" b="0" i="0" u="none" strike="noStrike" cap="none">
                <a:solidFill>
                  <a:srgbClr val="FFFFFF"/>
                </a:solidFill>
                <a:latin typeface="Inter Light" panose="02000503000000020004"/>
                <a:ea typeface="Inter Light" panose="02000503000000020004"/>
                <a:cs typeface="Inter Light" panose="02000503000000020004"/>
                <a:sym typeface="Inter Light" panose="02000503000000020004"/>
              </a:endParaRPr>
            </a:p>
          </p:txBody>
        </p:sp>
        <p:sp>
          <p:nvSpPr>
            <p:cNvPr id="343" name="Google Shape;343;p29"/>
            <p:cNvSpPr txBox="1"/>
            <p:nvPr/>
          </p:nvSpPr>
          <p:spPr>
            <a:xfrm>
              <a:off x="2235203" y="3057123"/>
              <a:ext cx="8808251" cy="428625"/>
            </a:xfrm>
            <a:prstGeom prst="rect">
              <a:avLst/>
            </a:prstGeom>
            <a:noFill/>
            <a:ln>
              <a:noFill/>
            </a:ln>
          </p:spPr>
          <p:txBody>
            <a:bodyPr spcFirstLastPara="1" wrap="square" lIns="0" tIns="0" rIns="0" bIns="0" anchor="t" anchorCtr="0">
              <a:spAutoFit/>
            </a:bodyPr>
            <a:lstStyle/>
            <a:p>
              <a:pPr marL="0" marR="0" lvl="0" indent="0" algn="ctr" rtl="0">
                <a:lnSpc>
                  <a:spcPct val="120000"/>
                </a:lnSpc>
                <a:spcBef>
                  <a:spcPts val="0"/>
                </a:spcBef>
                <a:spcAft>
                  <a:spcPts val="0"/>
                </a:spcAft>
                <a:buNone/>
              </a:pPr>
              <a:r>
                <a:rPr lang="en-US" sz="2100" b="0" i="0" u="none" strike="noStrike" cap="none">
                  <a:solidFill>
                    <a:srgbClr val="FFFFFF"/>
                  </a:solidFill>
                  <a:latin typeface="Inter Light" panose="02000503000000020004"/>
                  <a:ea typeface="Inter Light" panose="02000503000000020004"/>
                  <a:cs typeface="Inter Light" panose="02000503000000020004"/>
                  <a:sym typeface="Inter Light" panose="02000503000000020004"/>
                </a:rPr>
                <a:t>hello@reallygreatsite.com</a:t>
              </a:r>
              <a:endParaRPr lang="en-US" sz="2100" b="0" i="0" u="none" strike="noStrike" cap="none">
                <a:solidFill>
                  <a:srgbClr val="FFFFFF"/>
                </a:solidFill>
                <a:latin typeface="Inter Light" panose="02000503000000020004"/>
                <a:ea typeface="Inter Light" panose="02000503000000020004"/>
                <a:cs typeface="Inter Light" panose="02000503000000020004"/>
                <a:sym typeface="Inter Light" panose="02000503000000020004"/>
              </a:endParaRPr>
            </a:p>
          </p:txBody>
        </p:sp>
        <p:sp>
          <p:nvSpPr>
            <p:cNvPr id="344" name="Google Shape;344;p29"/>
            <p:cNvSpPr txBox="1"/>
            <p:nvPr/>
          </p:nvSpPr>
          <p:spPr>
            <a:xfrm>
              <a:off x="3377359" y="4294971"/>
              <a:ext cx="6523939" cy="428625"/>
            </a:xfrm>
            <a:prstGeom prst="rect">
              <a:avLst/>
            </a:prstGeom>
            <a:noFill/>
            <a:ln>
              <a:noFill/>
            </a:ln>
          </p:spPr>
          <p:txBody>
            <a:bodyPr spcFirstLastPara="1" wrap="square" lIns="0" tIns="0" rIns="0" bIns="0" anchor="t" anchorCtr="0">
              <a:spAutoFit/>
            </a:bodyPr>
            <a:lstStyle/>
            <a:p>
              <a:pPr marL="0" marR="0" lvl="0" indent="0" algn="ctr" rtl="0">
                <a:lnSpc>
                  <a:spcPct val="120000"/>
                </a:lnSpc>
                <a:spcBef>
                  <a:spcPts val="0"/>
                </a:spcBef>
                <a:spcAft>
                  <a:spcPts val="0"/>
                </a:spcAft>
                <a:buNone/>
              </a:pPr>
              <a:r>
                <a:rPr lang="en-US" sz="2100" b="0" i="0" u="none" strike="noStrike" cap="none">
                  <a:solidFill>
                    <a:srgbClr val="FFFFFF"/>
                  </a:solidFill>
                  <a:latin typeface="Inter Light" panose="02000503000000020004"/>
                  <a:ea typeface="Inter Light" panose="02000503000000020004"/>
                  <a:cs typeface="Inter Light" panose="02000503000000020004"/>
                  <a:sym typeface="Inter Light" panose="02000503000000020004"/>
                </a:rPr>
                <a:t>reallygreatsite.com</a:t>
              </a:r>
              <a:endParaRPr lang="en-US" sz="2100" b="0" i="0" u="none" strike="noStrike" cap="none">
                <a:solidFill>
                  <a:srgbClr val="FFFFFF"/>
                </a:solidFill>
                <a:latin typeface="Inter Light" panose="02000503000000020004"/>
                <a:ea typeface="Inter Light" panose="02000503000000020004"/>
                <a:cs typeface="Inter Light" panose="02000503000000020004"/>
                <a:sym typeface="Inter Light" panose="02000503000000020004"/>
              </a:endParaRPr>
            </a:p>
          </p:txBody>
        </p:sp>
        <p:sp>
          <p:nvSpPr>
            <p:cNvPr id="345" name="Google Shape;345;p29"/>
            <p:cNvSpPr txBox="1"/>
            <p:nvPr/>
          </p:nvSpPr>
          <p:spPr>
            <a:xfrm>
              <a:off x="3377359" y="3676047"/>
              <a:ext cx="6523939" cy="428625"/>
            </a:xfrm>
            <a:prstGeom prst="rect">
              <a:avLst/>
            </a:prstGeom>
            <a:noFill/>
            <a:ln>
              <a:noFill/>
            </a:ln>
          </p:spPr>
          <p:txBody>
            <a:bodyPr spcFirstLastPara="1" wrap="square" lIns="0" tIns="0" rIns="0" bIns="0" anchor="t" anchorCtr="0">
              <a:spAutoFit/>
            </a:bodyPr>
            <a:lstStyle/>
            <a:p>
              <a:pPr marL="0" marR="0" lvl="0" indent="0" algn="ctr" rtl="0">
                <a:lnSpc>
                  <a:spcPct val="120000"/>
                </a:lnSpc>
                <a:spcBef>
                  <a:spcPts val="0"/>
                </a:spcBef>
                <a:spcAft>
                  <a:spcPts val="0"/>
                </a:spcAft>
                <a:buNone/>
              </a:pPr>
              <a:r>
                <a:rPr lang="en-US" sz="2100" b="0" i="0" u="none" strike="noStrike" cap="none">
                  <a:solidFill>
                    <a:srgbClr val="FFFFFF"/>
                  </a:solidFill>
                  <a:latin typeface="Inter Light" panose="02000503000000020004"/>
                  <a:ea typeface="Inter Light" panose="02000503000000020004"/>
                  <a:cs typeface="Inter Light" panose="02000503000000020004"/>
                  <a:sym typeface="Inter Light" panose="02000503000000020004"/>
                </a:rPr>
                <a:t>@reallygreatsite</a:t>
              </a:r>
              <a:endParaRPr lang="en-US" sz="2100" b="0" i="0" u="none" strike="noStrike" cap="none">
                <a:solidFill>
                  <a:srgbClr val="FFFFFF"/>
                </a:solidFill>
                <a:latin typeface="Inter Light" panose="02000503000000020004"/>
                <a:ea typeface="Inter Light" panose="02000503000000020004"/>
                <a:cs typeface="Inter Light" panose="02000503000000020004"/>
                <a:sym typeface="Inter Light" panose="02000503000000020004"/>
              </a:endParaRPr>
            </a:p>
          </p:txBody>
        </p:sp>
      </p:grpSp>
      <p:sp>
        <p:nvSpPr>
          <p:cNvPr id="346" name="Google Shape;346;p29"/>
          <p:cNvSpPr txBox="1"/>
          <p:nvPr/>
        </p:nvSpPr>
        <p:spPr>
          <a:xfrm>
            <a:off x="15659101" y="284025"/>
            <a:ext cx="2074800" cy="215400"/>
          </a:xfrm>
          <a:prstGeom prst="rect">
            <a:avLst/>
          </a:prstGeom>
          <a:noFill/>
          <a:ln>
            <a:noFill/>
          </a:ln>
        </p:spPr>
        <p:txBody>
          <a:bodyPr spcFirstLastPara="1" wrap="square" lIns="0" tIns="0" rIns="0" bIns="0" anchor="t" anchorCtr="0">
            <a:spAutoFit/>
          </a:bodyPr>
          <a:lstStyle/>
          <a:p>
            <a:pPr marL="0" marR="0" lvl="0" indent="0" algn="r" rtl="0">
              <a:lnSpc>
                <a:spcPct val="140000"/>
              </a:lnSpc>
              <a:spcBef>
                <a:spcPts val="0"/>
              </a:spcBef>
              <a:spcAft>
                <a:spcPts val="0"/>
              </a:spcAft>
              <a:buNone/>
            </a:pPr>
            <a:r>
              <a:rPr lang="en-US" sz="1400" b="1" i="0" u="none" strike="noStrike" cap="none">
                <a:solidFill>
                  <a:srgbClr val="FFFFFF"/>
                </a:solidFill>
                <a:latin typeface="Inter" panose="02000503000000020004"/>
                <a:ea typeface="Inter" panose="02000503000000020004"/>
                <a:cs typeface="Inter" panose="02000503000000020004"/>
                <a:sym typeface="Inter" panose="02000503000000020004"/>
              </a:rPr>
              <a:t>SLIDESCARNIVAL</a:t>
            </a:r>
            <a:endParaRPr lang="en-US" sz="1400" b="1" i="0" u="none" strike="noStrike" cap="none">
              <a:solidFill>
                <a:srgbClr val="FFFFFF"/>
              </a:solidFill>
              <a:latin typeface="Inter" panose="02000503000000020004"/>
              <a:ea typeface="Inter" panose="02000503000000020004"/>
              <a:cs typeface="Inter" panose="02000503000000020004"/>
              <a:sym typeface="Inter" panose="02000503000000020004"/>
            </a:endParaRPr>
          </a:p>
        </p:txBody>
      </p:sp>
      <p:sp>
        <p:nvSpPr>
          <p:cNvPr id="347" name="Google Shape;347;p29"/>
          <p:cNvSpPr txBox="1"/>
          <p:nvPr/>
        </p:nvSpPr>
        <p:spPr>
          <a:xfrm>
            <a:off x="554075" y="284025"/>
            <a:ext cx="1559400" cy="21540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1400" b="1" i="0" u="none" strike="noStrike" cap="none">
                <a:solidFill>
                  <a:srgbClr val="ABABAB"/>
                </a:solidFill>
                <a:latin typeface="Inter" panose="02000503000000020004"/>
                <a:ea typeface="Inter" panose="02000503000000020004"/>
                <a:cs typeface="Inter" panose="02000503000000020004"/>
                <a:sym typeface="Inter" panose="02000503000000020004"/>
              </a:rPr>
              <a:t>TECH COMPANY</a:t>
            </a:r>
            <a:endParaRPr lang="en-US" sz="1400" b="1" i="0" u="none" strike="noStrike" cap="none">
              <a:solidFill>
                <a:srgbClr val="ABABAB"/>
              </a:solidFill>
              <a:latin typeface="Inter" panose="02000503000000020004"/>
              <a:ea typeface="Inter" panose="02000503000000020004"/>
              <a:cs typeface="Inter" panose="02000503000000020004"/>
              <a:sym typeface="Inter" panose="02000503000000020004"/>
            </a:endParaRPr>
          </a:p>
        </p:txBody>
      </p:sp>
      <p:sp>
        <p:nvSpPr>
          <p:cNvPr id="348" name="Google Shape;348;p29"/>
          <p:cNvSpPr txBox="1"/>
          <p:nvPr/>
        </p:nvSpPr>
        <p:spPr>
          <a:xfrm>
            <a:off x="2942850" y="284025"/>
            <a:ext cx="1050600" cy="21540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1400" b="1" i="0" u="none" strike="noStrike" cap="none">
                <a:solidFill>
                  <a:srgbClr val="ABABAB"/>
                </a:solidFill>
                <a:latin typeface="Inter" panose="02000503000000020004"/>
                <a:ea typeface="Inter" panose="02000503000000020004"/>
                <a:cs typeface="Inter" panose="02000503000000020004"/>
                <a:sym typeface="Inter" panose="02000503000000020004"/>
              </a:rPr>
              <a:t>CONTENTS</a:t>
            </a:r>
            <a:endParaRPr lang="en-US" sz="1400" b="1" i="0" u="none" strike="noStrike" cap="none">
              <a:solidFill>
                <a:srgbClr val="ABABAB"/>
              </a:solidFill>
              <a:latin typeface="Inter" panose="02000503000000020004"/>
              <a:ea typeface="Inter" panose="02000503000000020004"/>
              <a:cs typeface="Inter" panose="02000503000000020004"/>
              <a:sym typeface="Inter" panose="02000503000000020004"/>
            </a:endParaRPr>
          </a:p>
        </p:txBody>
      </p:sp>
      <p:sp>
        <p:nvSpPr>
          <p:cNvPr id="349" name="Google Shape;349;p29"/>
          <p:cNvSpPr txBox="1"/>
          <p:nvPr/>
        </p:nvSpPr>
        <p:spPr>
          <a:xfrm>
            <a:off x="4750222" y="284025"/>
            <a:ext cx="1460700" cy="21540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1400" b="1" i="0" u="none" strike="noStrike" cap="none">
                <a:solidFill>
                  <a:srgbClr val="ABABAB"/>
                </a:solidFill>
                <a:latin typeface="Inter" panose="02000503000000020004"/>
                <a:ea typeface="Inter" panose="02000503000000020004"/>
                <a:cs typeface="Inter" panose="02000503000000020004"/>
                <a:sym typeface="Inter" panose="02000503000000020004"/>
              </a:rPr>
              <a:t>INTRODUCTION</a:t>
            </a:r>
            <a:endParaRPr lang="en-US" sz="1400" b="1" i="0" u="none" strike="noStrike" cap="none">
              <a:solidFill>
                <a:srgbClr val="ABABAB"/>
              </a:solidFill>
              <a:latin typeface="Inter" panose="02000503000000020004"/>
              <a:ea typeface="Inter" panose="02000503000000020004"/>
              <a:cs typeface="Inter" panose="02000503000000020004"/>
              <a:sym typeface="Inter" panose="02000503000000020004"/>
            </a:endParaRPr>
          </a:p>
        </p:txBody>
      </p:sp>
      <p:sp>
        <p:nvSpPr>
          <p:cNvPr id="350" name="Google Shape;350;p29"/>
          <p:cNvSpPr txBox="1"/>
          <p:nvPr/>
        </p:nvSpPr>
        <p:spPr>
          <a:xfrm>
            <a:off x="7026087" y="284025"/>
            <a:ext cx="975000" cy="21540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1400" b="1" i="0" u="none" strike="noStrike" cap="none">
                <a:solidFill>
                  <a:srgbClr val="ABABAB"/>
                </a:solidFill>
                <a:latin typeface="Inter" panose="02000503000000020004"/>
                <a:ea typeface="Inter" panose="02000503000000020004"/>
                <a:cs typeface="Inter" panose="02000503000000020004"/>
                <a:sym typeface="Inter" panose="02000503000000020004"/>
              </a:rPr>
              <a:t>ABOUT US</a:t>
            </a:r>
            <a:endParaRPr lang="en-US" sz="1400" b="1" i="0" u="none" strike="noStrike" cap="none">
              <a:solidFill>
                <a:srgbClr val="ABABAB"/>
              </a:solidFill>
              <a:latin typeface="Inter" panose="02000503000000020004"/>
              <a:ea typeface="Inter" panose="02000503000000020004"/>
              <a:cs typeface="Inter" panose="02000503000000020004"/>
              <a:sym typeface="Inter" panose="02000503000000020004"/>
            </a:endParaRPr>
          </a:p>
        </p:txBody>
      </p:sp>
      <p:sp>
        <p:nvSpPr>
          <p:cNvPr id="351" name="Google Shape;351;p29"/>
          <p:cNvSpPr txBox="1"/>
          <p:nvPr/>
        </p:nvSpPr>
        <p:spPr>
          <a:xfrm>
            <a:off x="8746974" y="284025"/>
            <a:ext cx="1501800" cy="21540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1400" b="1" i="0" u="none" strike="noStrike" cap="none">
                <a:solidFill>
                  <a:srgbClr val="FFFFFF"/>
                </a:solidFill>
                <a:latin typeface="Inter" panose="02000503000000020004"/>
                <a:ea typeface="Inter" panose="02000503000000020004"/>
                <a:cs typeface="Inter" panose="02000503000000020004"/>
                <a:sym typeface="Inter" panose="02000503000000020004"/>
              </a:rPr>
              <a:t>OUR PRODUCTS</a:t>
            </a:r>
            <a:endParaRPr lang="en-US" sz="1400" b="1" i="0" u="none" strike="noStrike" cap="none">
              <a:solidFill>
                <a:srgbClr val="FFFFFF"/>
              </a:solidFill>
              <a:latin typeface="Inter" panose="02000503000000020004"/>
              <a:ea typeface="Inter" panose="02000503000000020004"/>
              <a:cs typeface="Inter" panose="02000503000000020004"/>
              <a:sym typeface="Inter" panose="02000503000000020004"/>
            </a:endParaRPr>
          </a:p>
        </p:txBody>
      </p:sp>
    </p:spTree>
  </p:cSld>
  <p:clrMapOvr>
    <a:masterClrMapping/>
  </p:clrMapOvr>
  <p:transition spd="slow">
    <p:fade/>
  </p:transition>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355" name="Shape 355"/>
        <p:cNvGrpSpPr/>
        <p:nvPr/>
      </p:nvGrpSpPr>
      <p:grpSpPr>
        <a:xfrm>
          <a:off x="0" y="0"/>
          <a:ext cx="0" cy="0"/>
          <a:chOff x="0" y="0"/>
          <a:chExt cx="0" cy="0"/>
        </a:xfrm>
      </p:grpSpPr>
      <p:grpSp>
        <p:nvGrpSpPr>
          <p:cNvPr id="356" name="Google Shape;356;p30"/>
          <p:cNvGrpSpPr/>
          <p:nvPr/>
        </p:nvGrpSpPr>
        <p:grpSpPr>
          <a:xfrm>
            <a:off x="774218" y="2177400"/>
            <a:ext cx="5097641" cy="7508818"/>
            <a:chOff x="0" y="-28575"/>
            <a:chExt cx="1342589" cy="1977631"/>
          </a:xfrm>
        </p:grpSpPr>
        <p:sp>
          <p:nvSpPr>
            <p:cNvPr id="357" name="Google Shape;357;p30"/>
            <p:cNvSpPr/>
            <p:nvPr/>
          </p:nvSpPr>
          <p:spPr>
            <a:xfrm>
              <a:off x="0" y="0"/>
              <a:ext cx="1342589" cy="1949056"/>
            </a:xfrm>
            <a:custGeom>
              <a:avLst/>
              <a:gdLst/>
              <a:ahLst/>
              <a:cxnLst/>
              <a:rect l="l" t="t" r="r" b="b"/>
              <a:pathLst>
                <a:path w="1342589" h="1949056" extrusionOk="0">
                  <a:moveTo>
                    <a:pt x="36449" y="0"/>
                  </a:moveTo>
                  <a:lnTo>
                    <a:pt x="1306139" y="0"/>
                  </a:lnTo>
                  <a:cubicBezTo>
                    <a:pt x="1315806" y="0"/>
                    <a:pt x="1325077" y="3840"/>
                    <a:pt x="1331913" y="10676"/>
                  </a:cubicBezTo>
                  <a:cubicBezTo>
                    <a:pt x="1338748" y="17511"/>
                    <a:pt x="1342589" y="26782"/>
                    <a:pt x="1342589" y="36449"/>
                  </a:cubicBezTo>
                  <a:lnTo>
                    <a:pt x="1342589" y="1912607"/>
                  </a:lnTo>
                  <a:cubicBezTo>
                    <a:pt x="1342589" y="1932737"/>
                    <a:pt x="1326270" y="1949056"/>
                    <a:pt x="1306139" y="1949056"/>
                  </a:cubicBezTo>
                  <a:lnTo>
                    <a:pt x="36449" y="1949056"/>
                  </a:lnTo>
                  <a:cubicBezTo>
                    <a:pt x="16319" y="1949056"/>
                    <a:pt x="0" y="1932737"/>
                    <a:pt x="0" y="1912607"/>
                  </a:cubicBezTo>
                  <a:lnTo>
                    <a:pt x="0" y="36449"/>
                  </a:lnTo>
                  <a:cubicBezTo>
                    <a:pt x="0" y="16319"/>
                    <a:pt x="16319" y="0"/>
                    <a:pt x="36449" y="0"/>
                  </a:cubicBezTo>
                  <a:close/>
                </a:path>
              </a:pathLst>
            </a:custGeom>
            <a:solidFill>
              <a:srgbClr val="000000">
                <a:alpha val="0"/>
              </a:srgbClr>
            </a:solidFill>
            <a:ln w="19050" cap="rnd"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58" name="Google Shape;358;p30"/>
            <p:cNvSpPr txBox="1"/>
            <p:nvPr/>
          </p:nvSpPr>
          <p:spPr>
            <a:xfrm>
              <a:off x="0" y="-28575"/>
              <a:ext cx="1342589" cy="1977631"/>
            </a:xfrm>
            <a:prstGeom prst="rect">
              <a:avLst/>
            </a:prstGeom>
            <a:noFill/>
            <a:ln>
              <a:noFill/>
            </a:ln>
          </p:spPr>
          <p:txBody>
            <a:bodyPr spcFirstLastPara="1" wrap="square" lIns="50800" tIns="50800" rIns="50800" bIns="50800" anchor="ctr" anchorCtr="0">
              <a:noAutofit/>
            </a:bodyPr>
            <a:lstStyle/>
            <a:p>
              <a:pPr marL="0" marR="0" lvl="0" indent="0" algn="ctr" rtl="0">
                <a:lnSpc>
                  <a:spcPct val="137000"/>
                </a:lnSpc>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grpSp>
      <p:grpSp>
        <p:nvGrpSpPr>
          <p:cNvPr id="359" name="Google Shape;359;p30"/>
          <p:cNvGrpSpPr/>
          <p:nvPr/>
        </p:nvGrpSpPr>
        <p:grpSpPr>
          <a:xfrm>
            <a:off x="6109984" y="2177400"/>
            <a:ext cx="11512980" cy="7508818"/>
            <a:chOff x="0" y="-28575"/>
            <a:chExt cx="3032225" cy="1977631"/>
          </a:xfrm>
        </p:grpSpPr>
        <p:sp>
          <p:nvSpPr>
            <p:cNvPr id="360" name="Google Shape;360;p30"/>
            <p:cNvSpPr/>
            <p:nvPr/>
          </p:nvSpPr>
          <p:spPr>
            <a:xfrm>
              <a:off x="0" y="0"/>
              <a:ext cx="3032225" cy="1949056"/>
            </a:xfrm>
            <a:custGeom>
              <a:avLst/>
              <a:gdLst/>
              <a:ahLst/>
              <a:cxnLst/>
              <a:rect l="l" t="t" r="r" b="b"/>
              <a:pathLst>
                <a:path w="3032225" h="1949056" extrusionOk="0">
                  <a:moveTo>
                    <a:pt x="16139" y="0"/>
                  </a:moveTo>
                  <a:lnTo>
                    <a:pt x="3016086" y="0"/>
                  </a:lnTo>
                  <a:cubicBezTo>
                    <a:pt x="3020366" y="0"/>
                    <a:pt x="3024471" y="1700"/>
                    <a:pt x="3027498" y="4727"/>
                  </a:cubicBezTo>
                  <a:cubicBezTo>
                    <a:pt x="3030525" y="7754"/>
                    <a:pt x="3032225" y="11859"/>
                    <a:pt x="3032225" y="16139"/>
                  </a:cubicBezTo>
                  <a:lnTo>
                    <a:pt x="3032225" y="1932917"/>
                  </a:lnTo>
                  <a:cubicBezTo>
                    <a:pt x="3032225" y="1937197"/>
                    <a:pt x="3030525" y="1941302"/>
                    <a:pt x="3027498" y="1944329"/>
                  </a:cubicBezTo>
                  <a:cubicBezTo>
                    <a:pt x="3024471" y="1947356"/>
                    <a:pt x="3020366" y="1949056"/>
                    <a:pt x="3016086" y="1949056"/>
                  </a:cubicBezTo>
                  <a:lnTo>
                    <a:pt x="16139" y="1949056"/>
                  </a:lnTo>
                  <a:cubicBezTo>
                    <a:pt x="11859" y="1949056"/>
                    <a:pt x="7754" y="1947356"/>
                    <a:pt x="4727" y="1944329"/>
                  </a:cubicBezTo>
                  <a:cubicBezTo>
                    <a:pt x="1700" y="1941302"/>
                    <a:pt x="0" y="1937197"/>
                    <a:pt x="0" y="1932917"/>
                  </a:cubicBezTo>
                  <a:lnTo>
                    <a:pt x="0" y="16139"/>
                  </a:lnTo>
                  <a:cubicBezTo>
                    <a:pt x="0" y="11859"/>
                    <a:pt x="1700" y="7754"/>
                    <a:pt x="4727" y="4727"/>
                  </a:cubicBezTo>
                  <a:cubicBezTo>
                    <a:pt x="7754" y="1700"/>
                    <a:pt x="11859" y="0"/>
                    <a:pt x="16139" y="0"/>
                  </a:cubicBezTo>
                  <a:close/>
                </a:path>
              </a:pathLst>
            </a:custGeom>
            <a:solidFill>
              <a:srgbClr val="000000">
                <a:alpha val="0"/>
              </a:srgbClr>
            </a:solidFill>
            <a:ln w="19050" cap="rnd"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61" name="Google Shape;361;p30"/>
            <p:cNvSpPr txBox="1"/>
            <p:nvPr/>
          </p:nvSpPr>
          <p:spPr>
            <a:xfrm>
              <a:off x="0" y="-28575"/>
              <a:ext cx="3032225" cy="1977631"/>
            </a:xfrm>
            <a:prstGeom prst="rect">
              <a:avLst/>
            </a:prstGeom>
            <a:noFill/>
            <a:ln>
              <a:noFill/>
            </a:ln>
          </p:spPr>
          <p:txBody>
            <a:bodyPr spcFirstLastPara="1" wrap="square" lIns="50800" tIns="50800" rIns="50800" bIns="50800" anchor="ctr" anchorCtr="0">
              <a:noAutofit/>
            </a:bodyPr>
            <a:lstStyle/>
            <a:p>
              <a:pPr marL="0" marR="0" lvl="0" indent="0" algn="ctr" rtl="0">
                <a:lnSpc>
                  <a:spcPct val="137000"/>
                </a:lnSpc>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grpSp>
      <p:grpSp>
        <p:nvGrpSpPr>
          <p:cNvPr id="362" name="Google Shape;362;p30"/>
          <p:cNvGrpSpPr/>
          <p:nvPr/>
        </p:nvGrpSpPr>
        <p:grpSpPr>
          <a:xfrm>
            <a:off x="1139005" y="2458118"/>
            <a:ext cx="4368067" cy="755733"/>
            <a:chOff x="0" y="-28575"/>
            <a:chExt cx="1150437" cy="199041"/>
          </a:xfrm>
        </p:grpSpPr>
        <p:sp>
          <p:nvSpPr>
            <p:cNvPr id="363" name="Google Shape;363;p30"/>
            <p:cNvSpPr/>
            <p:nvPr/>
          </p:nvSpPr>
          <p:spPr>
            <a:xfrm>
              <a:off x="0" y="0"/>
              <a:ext cx="1150437" cy="170466"/>
            </a:xfrm>
            <a:custGeom>
              <a:avLst/>
              <a:gdLst/>
              <a:ahLst/>
              <a:cxnLst/>
              <a:rect l="l" t="t" r="r" b="b"/>
              <a:pathLst>
                <a:path w="1150437" h="170466" extrusionOk="0">
                  <a:moveTo>
                    <a:pt x="31903" y="0"/>
                  </a:moveTo>
                  <a:lnTo>
                    <a:pt x="1118534" y="0"/>
                  </a:lnTo>
                  <a:cubicBezTo>
                    <a:pt x="1126995" y="0"/>
                    <a:pt x="1135110" y="3361"/>
                    <a:pt x="1141093" y="9344"/>
                  </a:cubicBezTo>
                  <a:cubicBezTo>
                    <a:pt x="1147076" y="15327"/>
                    <a:pt x="1150437" y="23442"/>
                    <a:pt x="1150437" y="31903"/>
                  </a:cubicBezTo>
                  <a:lnTo>
                    <a:pt x="1150437" y="138563"/>
                  </a:lnTo>
                  <a:cubicBezTo>
                    <a:pt x="1150437" y="147024"/>
                    <a:pt x="1147076" y="155139"/>
                    <a:pt x="1141093" y="161122"/>
                  </a:cubicBezTo>
                  <a:cubicBezTo>
                    <a:pt x="1135110" y="167104"/>
                    <a:pt x="1126995" y="170466"/>
                    <a:pt x="1118534" y="170466"/>
                  </a:cubicBezTo>
                  <a:lnTo>
                    <a:pt x="31903" y="170466"/>
                  </a:lnTo>
                  <a:cubicBezTo>
                    <a:pt x="23442" y="170466"/>
                    <a:pt x="15327" y="167104"/>
                    <a:pt x="9344" y="161122"/>
                  </a:cubicBezTo>
                  <a:cubicBezTo>
                    <a:pt x="3361" y="155139"/>
                    <a:pt x="0" y="147024"/>
                    <a:pt x="0" y="138563"/>
                  </a:cubicBezTo>
                  <a:lnTo>
                    <a:pt x="0" y="31903"/>
                  </a:lnTo>
                  <a:cubicBezTo>
                    <a:pt x="0" y="23442"/>
                    <a:pt x="3361" y="15327"/>
                    <a:pt x="9344" y="9344"/>
                  </a:cubicBezTo>
                  <a:cubicBezTo>
                    <a:pt x="15327" y="3361"/>
                    <a:pt x="23442" y="0"/>
                    <a:pt x="31903" y="0"/>
                  </a:cubicBezTo>
                  <a:close/>
                </a:path>
              </a:pathLst>
            </a:custGeom>
            <a:solidFill>
              <a:srgbClr val="000000">
                <a:alpha val="0"/>
              </a:srgbClr>
            </a:solidFill>
            <a:ln w="19050" cap="sq" cmpd="sng">
              <a:solidFill>
                <a:srgbClr val="FFFFFF"/>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64" name="Google Shape;364;p30"/>
            <p:cNvSpPr txBox="1"/>
            <p:nvPr/>
          </p:nvSpPr>
          <p:spPr>
            <a:xfrm>
              <a:off x="0" y="-28575"/>
              <a:ext cx="1150437" cy="199041"/>
            </a:xfrm>
            <a:prstGeom prst="rect">
              <a:avLst/>
            </a:prstGeom>
            <a:noFill/>
            <a:ln>
              <a:noFill/>
            </a:ln>
          </p:spPr>
          <p:txBody>
            <a:bodyPr spcFirstLastPara="1" wrap="square" lIns="50800" tIns="50800" rIns="50800" bIns="50800" anchor="ctr" anchorCtr="0">
              <a:noAutofit/>
            </a:bodyPr>
            <a:lstStyle/>
            <a:p>
              <a:pPr marL="0" marR="0" lvl="0" indent="0" algn="ctr" rtl="0">
                <a:lnSpc>
                  <a:spcPct val="137000"/>
                </a:lnSpc>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grpSp>
      <p:grpSp>
        <p:nvGrpSpPr>
          <p:cNvPr id="365" name="Google Shape;365;p30"/>
          <p:cNvGrpSpPr/>
          <p:nvPr/>
        </p:nvGrpSpPr>
        <p:grpSpPr>
          <a:xfrm>
            <a:off x="9682440" y="2458118"/>
            <a:ext cx="4368067" cy="755733"/>
            <a:chOff x="0" y="-28575"/>
            <a:chExt cx="1150437" cy="199041"/>
          </a:xfrm>
        </p:grpSpPr>
        <p:sp>
          <p:nvSpPr>
            <p:cNvPr id="366" name="Google Shape;366;p30"/>
            <p:cNvSpPr/>
            <p:nvPr/>
          </p:nvSpPr>
          <p:spPr>
            <a:xfrm>
              <a:off x="0" y="0"/>
              <a:ext cx="1150437" cy="170466"/>
            </a:xfrm>
            <a:custGeom>
              <a:avLst/>
              <a:gdLst/>
              <a:ahLst/>
              <a:cxnLst/>
              <a:rect l="l" t="t" r="r" b="b"/>
              <a:pathLst>
                <a:path w="1150437" h="170466" extrusionOk="0">
                  <a:moveTo>
                    <a:pt x="31903" y="0"/>
                  </a:moveTo>
                  <a:lnTo>
                    <a:pt x="1118534" y="0"/>
                  </a:lnTo>
                  <a:cubicBezTo>
                    <a:pt x="1126995" y="0"/>
                    <a:pt x="1135110" y="3361"/>
                    <a:pt x="1141093" y="9344"/>
                  </a:cubicBezTo>
                  <a:cubicBezTo>
                    <a:pt x="1147076" y="15327"/>
                    <a:pt x="1150437" y="23442"/>
                    <a:pt x="1150437" y="31903"/>
                  </a:cubicBezTo>
                  <a:lnTo>
                    <a:pt x="1150437" y="138563"/>
                  </a:lnTo>
                  <a:cubicBezTo>
                    <a:pt x="1150437" y="147024"/>
                    <a:pt x="1147076" y="155139"/>
                    <a:pt x="1141093" y="161122"/>
                  </a:cubicBezTo>
                  <a:cubicBezTo>
                    <a:pt x="1135110" y="167104"/>
                    <a:pt x="1126995" y="170466"/>
                    <a:pt x="1118534" y="170466"/>
                  </a:cubicBezTo>
                  <a:lnTo>
                    <a:pt x="31903" y="170466"/>
                  </a:lnTo>
                  <a:cubicBezTo>
                    <a:pt x="23442" y="170466"/>
                    <a:pt x="15327" y="167104"/>
                    <a:pt x="9344" y="161122"/>
                  </a:cubicBezTo>
                  <a:cubicBezTo>
                    <a:pt x="3361" y="155139"/>
                    <a:pt x="0" y="147024"/>
                    <a:pt x="0" y="138563"/>
                  </a:cubicBezTo>
                  <a:lnTo>
                    <a:pt x="0" y="31903"/>
                  </a:lnTo>
                  <a:cubicBezTo>
                    <a:pt x="0" y="23442"/>
                    <a:pt x="3361" y="15327"/>
                    <a:pt x="9344" y="9344"/>
                  </a:cubicBezTo>
                  <a:cubicBezTo>
                    <a:pt x="15327" y="3361"/>
                    <a:pt x="23442" y="0"/>
                    <a:pt x="31903" y="0"/>
                  </a:cubicBezTo>
                  <a:close/>
                </a:path>
              </a:pathLst>
            </a:custGeom>
            <a:solidFill>
              <a:srgbClr val="000000">
                <a:alpha val="0"/>
              </a:srgbClr>
            </a:solidFill>
            <a:ln w="19050" cap="sq" cmpd="sng">
              <a:solidFill>
                <a:srgbClr val="FFFFFF"/>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67" name="Google Shape;367;p30"/>
            <p:cNvSpPr txBox="1"/>
            <p:nvPr/>
          </p:nvSpPr>
          <p:spPr>
            <a:xfrm>
              <a:off x="0" y="-28575"/>
              <a:ext cx="1150437" cy="199041"/>
            </a:xfrm>
            <a:prstGeom prst="rect">
              <a:avLst/>
            </a:prstGeom>
            <a:noFill/>
            <a:ln>
              <a:noFill/>
            </a:ln>
          </p:spPr>
          <p:txBody>
            <a:bodyPr spcFirstLastPara="1" wrap="square" lIns="50800" tIns="50800" rIns="50800" bIns="50800" anchor="ctr" anchorCtr="0">
              <a:noAutofit/>
            </a:bodyPr>
            <a:lstStyle/>
            <a:p>
              <a:pPr marL="0" marR="0" lvl="0" indent="0" algn="ctr" rtl="0">
                <a:lnSpc>
                  <a:spcPct val="137000"/>
                </a:lnSpc>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grpSp>
      <p:grpSp>
        <p:nvGrpSpPr>
          <p:cNvPr id="368" name="Google Shape;368;p30"/>
          <p:cNvGrpSpPr/>
          <p:nvPr/>
        </p:nvGrpSpPr>
        <p:grpSpPr>
          <a:xfrm>
            <a:off x="1139005" y="7092517"/>
            <a:ext cx="4368067" cy="755733"/>
            <a:chOff x="0" y="-28575"/>
            <a:chExt cx="1150437" cy="199041"/>
          </a:xfrm>
        </p:grpSpPr>
        <p:sp>
          <p:nvSpPr>
            <p:cNvPr id="369" name="Google Shape;369;p30"/>
            <p:cNvSpPr/>
            <p:nvPr/>
          </p:nvSpPr>
          <p:spPr>
            <a:xfrm>
              <a:off x="0" y="0"/>
              <a:ext cx="1150437" cy="170466"/>
            </a:xfrm>
            <a:custGeom>
              <a:avLst/>
              <a:gdLst/>
              <a:ahLst/>
              <a:cxnLst/>
              <a:rect l="l" t="t" r="r" b="b"/>
              <a:pathLst>
                <a:path w="1150437" h="170466" extrusionOk="0">
                  <a:moveTo>
                    <a:pt x="31903" y="0"/>
                  </a:moveTo>
                  <a:lnTo>
                    <a:pt x="1118534" y="0"/>
                  </a:lnTo>
                  <a:cubicBezTo>
                    <a:pt x="1126995" y="0"/>
                    <a:pt x="1135110" y="3361"/>
                    <a:pt x="1141093" y="9344"/>
                  </a:cubicBezTo>
                  <a:cubicBezTo>
                    <a:pt x="1147076" y="15327"/>
                    <a:pt x="1150437" y="23442"/>
                    <a:pt x="1150437" y="31903"/>
                  </a:cubicBezTo>
                  <a:lnTo>
                    <a:pt x="1150437" y="138563"/>
                  </a:lnTo>
                  <a:cubicBezTo>
                    <a:pt x="1150437" y="147024"/>
                    <a:pt x="1147076" y="155139"/>
                    <a:pt x="1141093" y="161122"/>
                  </a:cubicBezTo>
                  <a:cubicBezTo>
                    <a:pt x="1135110" y="167104"/>
                    <a:pt x="1126995" y="170466"/>
                    <a:pt x="1118534" y="170466"/>
                  </a:cubicBezTo>
                  <a:lnTo>
                    <a:pt x="31903" y="170466"/>
                  </a:lnTo>
                  <a:cubicBezTo>
                    <a:pt x="23442" y="170466"/>
                    <a:pt x="15327" y="167104"/>
                    <a:pt x="9344" y="161122"/>
                  </a:cubicBezTo>
                  <a:cubicBezTo>
                    <a:pt x="3361" y="155139"/>
                    <a:pt x="0" y="147024"/>
                    <a:pt x="0" y="138563"/>
                  </a:cubicBezTo>
                  <a:lnTo>
                    <a:pt x="0" y="31903"/>
                  </a:lnTo>
                  <a:cubicBezTo>
                    <a:pt x="0" y="23442"/>
                    <a:pt x="3361" y="15327"/>
                    <a:pt x="9344" y="9344"/>
                  </a:cubicBezTo>
                  <a:cubicBezTo>
                    <a:pt x="15327" y="3361"/>
                    <a:pt x="23442" y="0"/>
                    <a:pt x="31903" y="0"/>
                  </a:cubicBezTo>
                  <a:close/>
                </a:path>
              </a:pathLst>
            </a:custGeom>
            <a:solidFill>
              <a:srgbClr val="000000">
                <a:alpha val="0"/>
              </a:srgbClr>
            </a:solidFill>
            <a:ln w="19050" cap="sq" cmpd="sng">
              <a:solidFill>
                <a:srgbClr val="FFFFFF"/>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70" name="Google Shape;370;p30"/>
            <p:cNvSpPr txBox="1"/>
            <p:nvPr/>
          </p:nvSpPr>
          <p:spPr>
            <a:xfrm>
              <a:off x="0" y="-28575"/>
              <a:ext cx="1150437" cy="199041"/>
            </a:xfrm>
            <a:prstGeom prst="rect">
              <a:avLst/>
            </a:prstGeom>
            <a:noFill/>
            <a:ln>
              <a:noFill/>
            </a:ln>
          </p:spPr>
          <p:txBody>
            <a:bodyPr spcFirstLastPara="1" wrap="square" lIns="50800" tIns="50800" rIns="50800" bIns="50800" anchor="ctr" anchorCtr="0">
              <a:noAutofit/>
            </a:bodyPr>
            <a:lstStyle/>
            <a:p>
              <a:pPr marL="0" marR="0" lvl="0" indent="0" algn="ctr" rtl="0">
                <a:lnSpc>
                  <a:spcPct val="137000"/>
                </a:lnSpc>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grpSp>
      <p:grpSp>
        <p:nvGrpSpPr>
          <p:cNvPr id="371" name="Google Shape;371;p30"/>
          <p:cNvGrpSpPr/>
          <p:nvPr/>
        </p:nvGrpSpPr>
        <p:grpSpPr>
          <a:xfrm>
            <a:off x="2452042" y="8092211"/>
            <a:ext cx="754204" cy="780719"/>
            <a:chOff x="0" y="-28575"/>
            <a:chExt cx="812800" cy="841375"/>
          </a:xfrm>
        </p:grpSpPr>
        <p:sp>
          <p:nvSpPr>
            <p:cNvPr id="372" name="Google Shape;372;p30"/>
            <p:cNvSpPr/>
            <p:nvPr/>
          </p:nvSpPr>
          <p:spPr>
            <a:xfrm>
              <a:off x="0" y="0"/>
              <a:ext cx="812800" cy="812800"/>
            </a:xfrm>
            <a:custGeom>
              <a:avLst/>
              <a:gdLst/>
              <a:ahLst/>
              <a:cxnLst/>
              <a:rect l="l" t="t" r="r" b="b"/>
              <a:pathLst>
                <a:path w="812800" h="812800" extrusionOk="0">
                  <a:moveTo>
                    <a:pt x="406400" y="0"/>
                  </a:moveTo>
                  <a:lnTo>
                    <a:pt x="406400" y="0"/>
                  </a:lnTo>
                  <a:cubicBezTo>
                    <a:pt x="630849" y="0"/>
                    <a:pt x="812800" y="181951"/>
                    <a:pt x="812800" y="406400"/>
                  </a:cubicBezTo>
                  <a:lnTo>
                    <a:pt x="812800" y="406400"/>
                  </a:lnTo>
                  <a:cubicBezTo>
                    <a:pt x="812800" y="630849"/>
                    <a:pt x="630849" y="812800"/>
                    <a:pt x="406400" y="812800"/>
                  </a:cubicBezTo>
                  <a:lnTo>
                    <a:pt x="406400" y="812800"/>
                  </a:lnTo>
                  <a:cubicBezTo>
                    <a:pt x="181951" y="812800"/>
                    <a:pt x="0" y="630849"/>
                    <a:pt x="0" y="406400"/>
                  </a:cubicBezTo>
                  <a:lnTo>
                    <a:pt x="0" y="406400"/>
                  </a:lnTo>
                  <a:cubicBezTo>
                    <a:pt x="0" y="181951"/>
                    <a:pt x="181951" y="0"/>
                    <a:pt x="40640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73" name="Google Shape;373;p30"/>
            <p:cNvSpPr txBox="1"/>
            <p:nvPr/>
          </p:nvSpPr>
          <p:spPr>
            <a:xfrm>
              <a:off x="0" y="-28575"/>
              <a:ext cx="812800" cy="841375"/>
            </a:xfrm>
            <a:prstGeom prst="rect">
              <a:avLst/>
            </a:prstGeom>
            <a:noFill/>
            <a:ln>
              <a:noFill/>
            </a:ln>
          </p:spPr>
          <p:txBody>
            <a:bodyPr spcFirstLastPara="1" wrap="square" lIns="50800" tIns="50800" rIns="50800" bIns="50800" anchor="ctr" anchorCtr="0">
              <a:noAutofit/>
            </a:bodyPr>
            <a:lstStyle/>
            <a:p>
              <a:pPr marL="0" marR="0" lvl="0" indent="0" algn="ctr" rtl="0">
                <a:lnSpc>
                  <a:spcPct val="137000"/>
                </a:lnSpc>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grpSp>
      <p:grpSp>
        <p:nvGrpSpPr>
          <p:cNvPr id="374" name="Google Shape;374;p30"/>
          <p:cNvGrpSpPr/>
          <p:nvPr/>
        </p:nvGrpSpPr>
        <p:grpSpPr>
          <a:xfrm>
            <a:off x="3439831" y="8105511"/>
            <a:ext cx="754204" cy="780719"/>
            <a:chOff x="0" y="-28575"/>
            <a:chExt cx="812800" cy="841375"/>
          </a:xfrm>
        </p:grpSpPr>
        <p:sp>
          <p:nvSpPr>
            <p:cNvPr id="375" name="Google Shape;375;p30"/>
            <p:cNvSpPr/>
            <p:nvPr/>
          </p:nvSpPr>
          <p:spPr>
            <a:xfrm>
              <a:off x="0" y="0"/>
              <a:ext cx="812800" cy="812800"/>
            </a:xfrm>
            <a:custGeom>
              <a:avLst/>
              <a:gdLst/>
              <a:ahLst/>
              <a:cxnLst/>
              <a:rect l="l" t="t" r="r" b="b"/>
              <a:pathLst>
                <a:path w="812800" h="812800" extrusionOk="0">
                  <a:moveTo>
                    <a:pt x="406400" y="0"/>
                  </a:moveTo>
                  <a:lnTo>
                    <a:pt x="406400" y="0"/>
                  </a:lnTo>
                  <a:cubicBezTo>
                    <a:pt x="630849" y="0"/>
                    <a:pt x="812800" y="181951"/>
                    <a:pt x="812800" y="406400"/>
                  </a:cubicBezTo>
                  <a:lnTo>
                    <a:pt x="812800" y="406400"/>
                  </a:lnTo>
                  <a:cubicBezTo>
                    <a:pt x="812800" y="630849"/>
                    <a:pt x="630849" y="812800"/>
                    <a:pt x="406400" y="812800"/>
                  </a:cubicBezTo>
                  <a:lnTo>
                    <a:pt x="406400" y="812800"/>
                  </a:lnTo>
                  <a:cubicBezTo>
                    <a:pt x="181951" y="812800"/>
                    <a:pt x="0" y="630849"/>
                    <a:pt x="0" y="406400"/>
                  </a:cubicBezTo>
                  <a:lnTo>
                    <a:pt x="0" y="406400"/>
                  </a:lnTo>
                  <a:cubicBezTo>
                    <a:pt x="0" y="181951"/>
                    <a:pt x="181951" y="0"/>
                    <a:pt x="406400" y="0"/>
                  </a:cubicBezTo>
                  <a:close/>
                </a:path>
              </a:pathLst>
            </a:custGeom>
            <a:solidFill>
              <a:srgbClr val="000000"/>
            </a:solidFill>
            <a:ln w="38100" cap="rnd"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76" name="Google Shape;376;p30"/>
            <p:cNvSpPr txBox="1"/>
            <p:nvPr/>
          </p:nvSpPr>
          <p:spPr>
            <a:xfrm>
              <a:off x="0" y="-28575"/>
              <a:ext cx="812800" cy="841375"/>
            </a:xfrm>
            <a:prstGeom prst="rect">
              <a:avLst/>
            </a:prstGeom>
            <a:noFill/>
            <a:ln>
              <a:noFill/>
            </a:ln>
          </p:spPr>
          <p:txBody>
            <a:bodyPr spcFirstLastPara="1" wrap="square" lIns="50800" tIns="50800" rIns="50800" bIns="50800" anchor="ctr" anchorCtr="0">
              <a:noAutofit/>
            </a:bodyPr>
            <a:lstStyle/>
            <a:p>
              <a:pPr marL="0" marR="0" lvl="0" indent="0" algn="ctr" rtl="0">
                <a:lnSpc>
                  <a:spcPct val="137000"/>
                </a:lnSpc>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grpSp>
      <p:sp>
        <p:nvSpPr>
          <p:cNvPr id="377" name="Google Shape;377;p30"/>
          <p:cNvSpPr txBox="1"/>
          <p:nvPr/>
        </p:nvSpPr>
        <p:spPr>
          <a:xfrm>
            <a:off x="1232396" y="3445771"/>
            <a:ext cx="4181285" cy="519557"/>
          </a:xfrm>
          <a:prstGeom prst="rect">
            <a:avLst/>
          </a:prstGeom>
          <a:noFill/>
          <a:ln>
            <a:noFill/>
          </a:ln>
        </p:spPr>
        <p:txBody>
          <a:bodyPr spcFirstLastPara="1" wrap="square" lIns="0" tIns="0" rIns="0" bIns="0" anchor="t" anchorCtr="0">
            <a:spAutoFit/>
          </a:bodyPr>
          <a:lstStyle/>
          <a:p>
            <a:pPr marL="0" marR="0" lvl="0" indent="0" algn="ctr" rtl="0">
              <a:lnSpc>
                <a:spcPct val="122000"/>
              </a:lnSpc>
              <a:spcBef>
                <a:spcPts val="0"/>
              </a:spcBef>
              <a:spcAft>
                <a:spcPts val="0"/>
              </a:spcAft>
              <a:buNone/>
            </a:pPr>
            <a:r>
              <a:rPr lang="en-US" sz="1700" b="0" i="0" u="none" strike="noStrike" cap="none">
                <a:solidFill>
                  <a:srgbClr val="FFFFFF"/>
                </a:solidFill>
                <a:latin typeface="Inter" panose="02000503000000020004"/>
                <a:ea typeface="Inter" panose="02000503000000020004"/>
                <a:cs typeface="Inter" panose="02000503000000020004"/>
                <a:sym typeface="Inter" panose="02000503000000020004"/>
              </a:rPr>
              <a:t>This presentation template</a:t>
            </a:r>
            <a:endParaRPr lang="en-US" sz="1700" b="0" i="0" u="none" strike="noStrike" cap="none">
              <a:solidFill>
                <a:srgbClr val="FFFFFF"/>
              </a:solidFill>
              <a:latin typeface="Inter" panose="02000503000000020004"/>
              <a:ea typeface="Inter" panose="02000503000000020004"/>
              <a:cs typeface="Inter" panose="02000503000000020004"/>
              <a:sym typeface="Inter" panose="02000503000000020004"/>
            </a:endParaRPr>
          </a:p>
          <a:p>
            <a:pPr marL="0" marR="0" lvl="0" indent="0" algn="ctr" rtl="0">
              <a:lnSpc>
                <a:spcPct val="122000"/>
              </a:lnSpc>
              <a:spcBef>
                <a:spcPts val="0"/>
              </a:spcBef>
              <a:spcAft>
                <a:spcPts val="0"/>
              </a:spcAft>
              <a:buNone/>
            </a:pPr>
            <a:r>
              <a:rPr lang="en-US" sz="1700" b="0" i="0" u="none" strike="noStrike" cap="none">
                <a:solidFill>
                  <a:srgbClr val="FFFFFF"/>
                </a:solidFill>
                <a:latin typeface="Inter" panose="02000503000000020004"/>
                <a:ea typeface="Inter" panose="02000503000000020004"/>
                <a:cs typeface="Inter" panose="02000503000000020004"/>
                <a:sym typeface="Inter" panose="02000503000000020004"/>
              </a:rPr>
              <a:t>uses the following free fonts:</a:t>
            </a:r>
            <a:endParaRPr lang="en-US" sz="1700" b="0" i="0" u="none" strike="noStrike" cap="none">
              <a:solidFill>
                <a:srgbClr val="FFFFFF"/>
              </a:solidFill>
              <a:latin typeface="Inter" panose="02000503000000020004"/>
              <a:ea typeface="Inter" panose="02000503000000020004"/>
              <a:cs typeface="Inter" panose="02000503000000020004"/>
              <a:sym typeface="Inter" panose="02000503000000020004"/>
            </a:endParaRPr>
          </a:p>
        </p:txBody>
      </p:sp>
      <p:sp>
        <p:nvSpPr>
          <p:cNvPr id="378" name="Google Shape;378;p30"/>
          <p:cNvSpPr txBox="1"/>
          <p:nvPr/>
        </p:nvSpPr>
        <p:spPr>
          <a:xfrm>
            <a:off x="1175455" y="6538581"/>
            <a:ext cx="4368067" cy="262382"/>
          </a:xfrm>
          <a:prstGeom prst="rect">
            <a:avLst/>
          </a:prstGeom>
          <a:noFill/>
          <a:ln>
            <a:noFill/>
          </a:ln>
        </p:spPr>
        <p:txBody>
          <a:bodyPr spcFirstLastPara="1" wrap="square" lIns="0" tIns="0" rIns="0" bIns="0" anchor="t" anchorCtr="0">
            <a:spAutoFit/>
          </a:bodyPr>
          <a:lstStyle/>
          <a:p>
            <a:pPr marL="0" marR="0" lvl="0" indent="0" algn="ctr" rtl="0">
              <a:lnSpc>
                <a:spcPct val="122000"/>
              </a:lnSpc>
              <a:spcBef>
                <a:spcPts val="0"/>
              </a:spcBef>
              <a:spcAft>
                <a:spcPts val="0"/>
              </a:spcAft>
              <a:buNone/>
            </a:pPr>
            <a:r>
              <a:rPr lang="en-US" sz="1700" b="0" i="0" u="none" strike="noStrike" cap="none">
                <a:solidFill>
                  <a:srgbClr val="FFFFFF"/>
                </a:solidFill>
                <a:latin typeface="Inter" panose="02000503000000020004"/>
                <a:ea typeface="Inter" panose="02000503000000020004"/>
                <a:cs typeface="Inter" panose="02000503000000020004"/>
                <a:sym typeface="Inter" panose="02000503000000020004"/>
              </a:rPr>
              <a:t>You can find these fonts online too.</a:t>
            </a:r>
            <a:endParaRPr lang="en-US" sz="1700" b="0" i="0" u="none" strike="noStrike" cap="none">
              <a:solidFill>
                <a:srgbClr val="FFFFFF"/>
              </a:solidFill>
              <a:latin typeface="Inter" panose="02000503000000020004"/>
              <a:ea typeface="Inter" panose="02000503000000020004"/>
              <a:cs typeface="Inter" panose="02000503000000020004"/>
              <a:sym typeface="Inter" panose="02000503000000020004"/>
            </a:endParaRPr>
          </a:p>
        </p:txBody>
      </p:sp>
      <p:sp>
        <p:nvSpPr>
          <p:cNvPr id="379" name="Google Shape;379;p30"/>
          <p:cNvSpPr txBox="1"/>
          <p:nvPr/>
        </p:nvSpPr>
        <p:spPr>
          <a:xfrm>
            <a:off x="1747770" y="4419499"/>
            <a:ext cx="3150600" cy="1852200"/>
          </a:xfrm>
          <a:prstGeom prst="rect">
            <a:avLst/>
          </a:prstGeom>
          <a:noFill/>
          <a:ln>
            <a:noFill/>
          </a:ln>
        </p:spPr>
        <p:txBody>
          <a:bodyPr spcFirstLastPara="1" wrap="square" lIns="0" tIns="0" rIns="0" bIns="0" anchor="t" anchorCtr="0">
            <a:spAutoFit/>
          </a:bodyPr>
          <a:lstStyle/>
          <a:p>
            <a:pPr marL="0" marR="0" lvl="0" indent="0" algn="ctr" rtl="0">
              <a:lnSpc>
                <a:spcPct val="80000"/>
              </a:lnSpc>
              <a:spcBef>
                <a:spcPts val="0"/>
              </a:spcBef>
              <a:spcAft>
                <a:spcPts val="0"/>
              </a:spcAft>
              <a:buNone/>
            </a:pPr>
            <a:r>
              <a:rPr lang="en-US" sz="1495" b="1" i="0" u="none" strike="noStrike" cap="none">
                <a:solidFill>
                  <a:srgbClr val="FFFFFF"/>
                </a:solidFill>
                <a:latin typeface="Inter" panose="02000503000000020004"/>
                <a:ea typeface="Inter" panose="02000503000000020004"/>
                <a:cs typeface="Inter" panose="02000503000000020004"/>
                <a:sym typeface="Inter" panose="02000503000000020004"/>
              </a:rPr>
              <a:t>TITLES:</a:t>
            </a:r>
            <a:endParaRPr lang="en-US" sz="1495" b="1" i="0" u="none" strike="noStrike" cap="none">
              <a:solidFill>
                <a:srgbClr val="FFFFFF"/>
              </a:solidFill>
              <a:latin typeface="Inter" panose="02000503000000020004"/>
              <a:ea typeface="Inter" panose="02000503000000020004"/>
              <a:cs typeface="Inter" panose="02000503000000020004"/>
              <a:sym typeface="Inter" panose="02000503000000020004"/>
            </a:endParaRPr>
          </a:p>
          <a:p>
            <a:pPr marL="0" marR="0" lvl="0" indent="0" algn="ctr" rtl="0">
              <a:lnSpc>
                <a:spcPct val="80000"/>
              </a:lnSpc>
              <a:spcBef>
                <a:spcPts val="0"/>
              </a:spcBef>
              <a:spcAft>
                <a:spcPts val="0"/>
              </a:spcAft>
              <a:buNone/>
            </a:pPr>
            <a:r>
              <a:rPr lang="en-US" sz="2110" b="1" i="0" u="none" strike="noStrike" cap="none">
                <a:solidFill>
                  <a:srgbClr val="FFFFFF"/>
                </a:solidFill>
                <a:latin typeface="Inter" panose="02000503000000020004"/>
                <a:ea typeface="Inter" panose="02000503000000020004"/>
                <a:cs typeface="Inter" panose="02000503000000020004"/>
                <a:sym typeface="Inter" panose="02000503000000020004"/>
              </a:rPr>
              <a:t>INTER</a:t>
            </a:r>
            <a:endParaRPr lang="en-US" sz="2110" b="1" i="0" u="none" strike="noStrike" cap="none">
              <a:solidFill>
                <a:srgbClr val="FFFFFF"/>
              </a:solidFill>
              <a:latin typeface="Inter" panose="02000503000000020004"/>
              <a:ea typeface="Inter" panose="02000503000000020004"/>
              <a:cs typeface="Inter" panose="02000503000000020004"/>
              <a:sym typeface="Inter" panose="02000503000000020004"/>
            </a:endParaRPr>
          </a:p>
          <a:p>
            <a:pPr marL="0" marR="0" lvl="0" indent="0" algn="ctr" rtl="0">
              <a:lnSpc>
                <a:spcPct val="80000"/>
              </a:lnSpc>
              <a:spcBef>
                <a:spcPts val="0"/>
              </a:spcBef>
              <a:spcAft>
                <a:spcPts val="0"/>
              </a:spcAft>
              <a:buNone/>
            </a:pPr>
            <a:endParaRPr sz="2110" b="1" i="0" u="none" strike="noStrike" cap="none">
              <a:solidFill>
                <a:srgbClr val="FFFFFF"/>
              </a:solidFill>
              <a:latin typeface="Inter" panose="02000503000000020004"/>
              <a:ea typeface="Inter" panose="02000503000000020004"/>
              <a:cs typeface="Inter" panose="02000503000000020004"/>
              <a:sym typeface="Inter" panose="02000503000000020004"/>
            </a:endParaRPr>
          </a:p>
          <a:p>
            <a:pPr marL="0" marR="0" lvl="0" indent="0" algn="ctr" rtl="0">
              <a:lnSpc>
                <a:spcPct val="80000"/>
              </a:lnSpc>
              <a:spcBef>
                <a:spcPts val="0"/>
              </a:spcBef>
              <a:spcAft>
                <a:spcPts val="0"/>
              </a:spcAft>
              <a:buNone/>
            </a:pPr>
            <a:r>
              <a:rPr lang="en-US" sz="1495" b="1" i="0" u="none" strike="noStrike" cap="none">
                <a:solidFill>
                  <a:srgbClr val="FFFFFF"/>
                </a:solidFill>
                <a:latin typeface="Inter" panose="02000503000000020004"/>
                <a:ea typeface="Inter" panose="02000503000000020004"/>
                <a:cs typeface="Inter" panose="02000503000000020004"/>
                <a:sym typeface="Inter" panose="02000503000000020004"/>
              </a:rPr>
              <a:t>HEADERS:</a:t>
            </a:r>
            <a:endParaRPr lang="en-US" sz="1495" b="1" i="0" u="none" strike="noStrike" cap="none">
              <a:solidFill>
                <a:srgbClr val="FFFFFF"/>
              </a:solidFill>
              <a:latin typeface="Inter" panose="02000503000000020004"/>
              <a:ea typeface="Inter" panose="02000503000000020004"/>
              <a:cs typeface="Inter" panose="02000503000000020004"/>
              <a:sym typeface="Inter" panose="02000503000000020004"/>
            </a:endParaRPr>
          </a:p>
          <a:p>
            <a:pPr marL="0" marR="0" lvl="0" indent="0" algn="ctr" rtl="0">
              <a:lnSpc>
                <a:spcPct val="80000"/>
              </a:lnSpc>
              <a:spcBef>
                <a:spcPts val="0"/>
              </a:spcBef>
              <a:spcAft>
                <a:spcPts val="0"/>
              </a:spcAft>
              <a:buNone/>
            </a:pPr>
            <a:r>
              <a:rPr lang="en-US" sz="2110" b="1" i="0" u="none" strike="noStrike" cap="none">
                <a:solidFill>
                  <a:srgbClr val="FFFFFF"/>
                </a:solidFill>
                <a:latin typeface="Inter" panose="02000503000000020004"/>
                <a:ea typeface="Inter" panose="02000503000000020004"/>
                <a:cs typeface="Inter" panose="02000503000000020004"/>
                <a:sym typeface="Inter" panose="02000503000000020004"/>
              </a:rPr>
              <a:t>INTER</a:t>
            </a:r>
            <a:endParaRPr lang="en-US" sz="2110" b="1" i="0" u="none" strike="noStrike" cap="none">
              <a:solidFill>
                <a:srgbClr val="FFFFFF"/>
              </a:solidFill>
              <a:latin typeface="Inter" panose="02000503000000020004"/>
              <a:ea typeface="Inter" panose="02000503000000020004"/>
              <a:cs typeface="Inter" panose="02000503000000020004"/>
              <a:sym typeface="Inter" panose="02000503000000020004"/>
            </a:endParaRPr>
          </a:p>
          <a:p>
            <a:pPr marL="0" marR="0" lvl="0" indent="0" algn="ctr" rtl="0">
              <a:lnSpc>
                <a:spcPct val="80000"/>
              </a:lnSpc>
              <a:spcBef>
                <a:spcPts val="0"/>
              </a:spcBef>
              <a:spcAft>
                <a:spcPts val="0"/>
              </a:spcAft>
              <a:buNone/>
            </a:pPr>
            <a:endParaRPr sz="2110" b="1" i="0" u="none" strike="noStrike" cap="none">
              <a:solidFill>
                <a:srgbClr val="FFFFFF"/>
              </a:solidFill>
              <a:latin typeface="Inter" panose="02000503000000020004"/>
              <a:ea typeface="Inter" panose="02000503000000020004"/>
              <a:cs typeface="Inter" panose="02000503000000020004"/>
              <a:sym typeface="Inter" panose="02000503000000020004"/>
            </a:endParaRPr>
          </a:p>
          <a:p>
            <a:pPr marL="0" marR="0" lvl="0" indent="0" algn="ctr" rtl="0">
              <a:lnSpc>
                <a:spcPct val="80000"/>
              </a:lnSpc>
              <a:spcBef>
                <a:spcPts val="0"/>
              </a:spcBef>
              <a:spcAft>
                <a:spcPts val="0"/>
              </a:spcAft>
              <a:buNone/>
            </a:pPr>
            <a:r>
              <a:rPr lang="en-US" sz="1495" b="1" i="0" u="none" strike="noStrike" cap="none">
                <a:solidFill>
                  <a:srgbClr val="FFFFFF"/>
                </a:solidFill>
                <a:latin typeface="Inter" panose="02000503000000020004"/>
                <a:ea typeface="Inter" panose="02000503000000020004"/>
                <a:cs typeface="Inter" panose="02000503000000020004"/>
                <a:sym typeface="Inter" panose="02000503000000020004"/>
              </a:rPr>
              <a:t>BODY COPY:</a:t>
            </a:r>
            <a:endParaRPr lang="en-US" sz="1495" b="1" i="0" u="none" strike="noStrike" cap="none">
              <a:solidFill>
                <a:srgbClr val="FFFFFF"/>
              </a:solidFill>
              <a:latin typeface="Inter" panose="02000503000000020004"/>
              <a:ea typeface="Inter" panose="02000503000000020004"/>
              <a:cs typeface="Inter" panose="02000503000000020004"/>
              <a:sym typeface="Inter" panose="02000503000000020004"/>
            </a:endParaRPr>
          </a:p>
          <a:p>
            <a:pPr marL="0" marR="0" lvl="0" indent="0" algn="ctr" rtl="0">
              <a:lnSpc>
                <a:spcPct val="80000"/>
              </a:lnSpc>
              <a:spcBef>
                <a:spcPts val="0"/>
              </a:spcBef>
              <a:spcAft>
                <a:spcPts val="0"/>
              </a:spcAft>
              <a:buNone/>
            </a:pPr>
            <a:r>
              <a:rPr lang="en-US" sz="2110" b="1" i="0" u="none" strike="noStrike" cap="none">
                <a:solidFill>
                  <a:srgbClr val="FFFFFF"/>
                </a:solidFill>
                <a:latin typeface="Inter" panose="02000503000000020004"/>
                <a:ea typeface="Inter" panose="02000503000000020004"/>
                <a:cs typeface="Inter" panose="02000503000000020004"/>
                <a:sym typeface="Inter" panose="02000503000000020004"/>
              </a:rPr>
              <a:t>INTER</a:t>
            </a:r>
            <a:endParaRPr lang="en-US" sz="2110" b="1" i="0" u="none" strike="noStrike" cap="none">
              <a:solidFill>
                <a:srgbClr val="FFFFFF"/>
              </a:solidFill>
              <a:latin typeface="Inter" panose="02000503000000020004"/>
              <a:ea typeface="Inter" panose="02000503000000020004"/>
              <a:cs typeface="Inter" panose="02000503000000020004"/>
              <a:sym typeface="Inter" panose="02000503000000020004"/>
            </a:endParaRPr>
          </a:p>
        </p:txBody>
      </p:sp>
      <p:sp>
        <p:nvSpPr>
          <p:cNvPr id="380" name="Google Shape;380;p30"/>
          <p:cNvSpPr txBox="1"/>
          <p:nvPr/>
        </p:nvSpPr>
        <p:spPr>
          <a:xfrm>
            <a:off x="4210005" y="1446041"/>
            <a:ext cx="9867990" cy="327787"/>
          </a:xfrm>
          <a:prstGeom prst="rect">
            <a:avLst/>
          </a:prstGeom>
          <a:noFill/>
          <a:ln>
            <a:noFill/>
          </a:ln>
        </p:spPr>
        <p:txBody>
          <a:bodyPr spcFirstLastPara="1" wrap="square" lIns="0" tIns="0" rIns="0" bIns="0" anchor="t" anchorCtr="0">
            <a:spAutoFit/>
          </a:bodyPr>
          <a:lstStyle/>
          <a:p>
            <a:pPr marL="0" marR="0" lvl="1" indent="0" algn="ctr" rtl="0">
              <a:lnSpc>
                <a:spcPct val="122000"/>
              </a:lnSpc>
              <a:spcBef>
                <a:spcPts val="0"/>
              </a:spcBef>
              <a:spcAft>
                <a:spcPts val="0"/>
              </a:spcAft>
              <a:buNone/>
            </a:pPr>
            <a:r>
              <a:rPr lang="en-US" sz="2200" b="0" i="0" u="none" strike="noStrike" cap="none">
                <a:solidFill>
                  <a:srgbClr val="FFFFFF"/>
                </a:solidFill>
                <a:latin typeface="Inter" panose="02000503000000020004"/>
                <a:ea typeface="Inter" panose="02000503000000020004"/>
                <a:cs typeface="Inter" panose="02000503000000020004"/>
                <a:sym typeface="Inter" panose="02000503000000020004"/>
              </a:rPr>
              <a:t>Use these design resources in your Canva Presentation.</a:t>
            </a:r>
            <a:endParaRPr lang="en-US" sz="2200" b="0" i="0" u="none" strike="noStrike" cap="none">
              <a:solidFill>
                <a:srgbClr val="FFFFFF"/>
              </a:solidFill>
              <a:latin typeface="Inter" panose="02000503000000020004"/>
              <a:ea typeface="Inter" panose="02000503000000020004"/>
              <a:cs typeface="Inter" panose="02000503000000020004"/>
              <a:sym typeface="Inter" panose="02000503000000020004"/>
            </a:endParaRPr>
          </a:p>
        </p:txBody>
      </p:sp>
      <p:sp>
        <p:nvSpPr>
          <p:cNvPr id="381" name="Google Shape;381;p30"/>
          <p:cNvSpPr txBox="1"/>
          <p:nvPr/>
        </p:nvSpPr>
        <p:spPr>
          <a:xfrm>
            <a:off x="11706206" y="9906311"/>
            <a:ext cx="5916757" cy="185049"/>
          </a:xfrm>
          <a:prstGeom prst="rect">
            <a:avLst/>
          </a:prstGeom>
          <a:noFill/>
          <a:ln>
            <a:noFill/>
          </a:ln>
        </p:spPr>
        <p:txBody>
          <a:bodyPr spcFirstLastPara="1" wrap="square" lIns="0" tIns="0" rIns="0" bIns="0" anchor="t" anchorCtr="0">
            <a:spAutoFit/>
          </a:bodyPr>
          <a:lstStyle/>
          <a:p>
            <a:pPr marL="0" marR="0" lvl="1" indent="0" algn="r" rtl="0">
              <a:lnSpc>
                <a:spcPct val="122000"/>
              </a:lnSpc>
              <a:spcBef>
                <a:spcPts val="0"/>
              </a:spcBef>
              <a:spcAft>
                <a:spcPts val="0"/>
              </a:spcAft>
              <a:buNone/>
            </a:pPr>
            <a:r>
              <a:rPr lang="en-US" sz="1200" b="1" i="0" u="none" strike="noStrike" cap="none">
                <a:solidFill>
                  <a:srgbClr val="FFFFFF"/>
                </a:solidFill>
                <a:latin typeface="Inter" panose="02000503000000020004"/>
                <a:ea typeface="Inter" panose="02000503000000020004"/>
                <a:cs typeface="Inter" panose="02000503000000020004"/>
                <a:sym typeface="Inter" panose="02000503000000020004"/>
              </a:rPr>
              <a:t>DON'T FORGET TO DELETE THIS PAGE BEFORE PRESENTING. </a:t>
            </a:r>
            <a:endParaRPr lang="en-US" sz="1200" b="1" i="0" u="none" strike="noStrike" cap="none">
              <a:solidFill>
                <a:srgbClr val="FFFFFF"/>
              </a:solidFill>
              <a:latin typeface="Inter" panose="02000503000000020004"/>
              <a:ea typeface="Inter" panose="02000503000000020004"/>
              <a:cs typeface="Inter" panose="02000503000000020004"/>
              <a:sym typeface="Inter" panose="02000503000000020004"/>
            </a:endParaRPr>
          </a:p>
        </p:txBody>
      </p:sp>
      <p:sp>
        <p:nvSpPr>
          <p:cNvPr id="382" name="Google Shape;382;p30"/>
          <p:cNvSpPr txBox="1"/>
          <p:nvPr/>
        </p:nvSpPr>
        <p:spPr>
          <a:xfrm>
            <a:off x="5469973" y="562949"/>
            <a:ext cx="7348055" cy="857885"/>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None/>
            </a:pPr>
            <a:r>
              <a:rPr lang="en-US" sz="6400" b="0" i="0" u="none" strike="noStrike" cap="none">
                <a:solidFill>
                  <a:srgbClr val="FFFFFF"/>
                </a:solidFill>
                <a:latin typeface="Inter" panose="02000503000000020004"/>
                <a:ea typeface="Inter" panose="02000503000000020004"/>
                <a:cs typeface="Inter" panose="02000503000000020004"/>
                <a:sym typeface="Inter" panose="02000503000000020004"/>
              </a:rPr>
              <a:t>Resource Page</a:t>
            </a:r>
            <a:endParaRPr lang="en-US" sz="6400" b="0" i="0" u="none" strike="noStrike" cap="none">
              <a:solidFill>
                <a:srgbClr val="FFFFFF"/>
              </a:solidFill>
              <a:latin typeface="Inter" panose="02000503000000020004"/>
              <a:ea typeface="Inter" panose="02000503000000020004"/>
              <a:cs typeface="Inter" panose="02000503000000020004"/>
              <a:sym typeface="Inter" panose="02000503000000020004"/>
            </a:endParaRPr>
          </a:p>
        </p:txBody>
      </p:sp>
      <p:sp>
        <p:nvSpPr>
          <p:cNvPr id="383" name="Google Shape;383;p30"/>
          <p:cNvSpPr txBox="1"/>
          <p:nvPr/>
        </p:nvSpPr>
        <p:spPr>
          <a:xfrm>
            <a:off x="1747770" y="2693383"/>
            <a:ext cx="3150536" cy="384175"/>
          </a:xfrm>
          <a:prstGeom prst="rect">
            <a:avLst/>
          </a:prstGeom>
          <a:noFill/>
          <a:ln>
            <a:noFill/>
          </a:ln>
        </p:spPr>
        <p:txBody>
          <a:bodyPr spcFirstLastPara="1" wrap="square" lIns="0" tIns="0" rIns="0" bIns="0" anchor="t" anchorCtr="0">
            <a:spAutoFit/>
          </a:bodyPr>
          <a:lstStyle/>
          <a:p>
            <a:pPr marL="0" marR="0" lvl="0" indent="0" algn="ctr" rtl="0">
              <a:lnSpc>
                <a:spcPct val="122000"/>
              </a:lnSpc>
              <a:spcBef>
                <a:spcPts val="0"/>
              </a:spcBef>
              <a:spcAft>
                <a:spcPts val="0"/>
              </a:spcAft>
              <a:buNone/>
            </a:pPr>
            <a:r>
              <a:rPr lang="en-US" sz="2500" b="1" i="0" u="none" strike="noStrike" cap="none">
                <a:solidFill>
                  <a:srgbClr val="FFFFFF"/>
                </a:solidFill>
                <a:latin typeface="Inter" panose="02000503000000020004"/>
                <a:ea typeface="Inter" panose="02000503000000020004"/>
                <a:cs typeface="Inter" panose="02000503000000020004"/>
                <a:sym typeface="Inter" panose="02000503000000020004"/>
              </a:rPr>
              <a:t>FONTS</a:t>
            </a:r>
            <a:endParaRPr lang="en-US" sz="2500" b="1" i="0" u="none" strike="noStrike" cap="none">
              <a:solidFill>
                <a:srgbClr val="FFFFFF"/>
              </a:solidFill>
              <a:latin typeface="Inter" panose="02000503000000020004"/>
              <a:ea typeface="Inter" panose="02000503000000020004"/>
              <a:cs typeface="Inter" panose="02000503000000020004"/>
              <a:sym typeface="Inter" panose="02000503000000020004"/>
            </a:endParaRPr>
          </a:p>
        </p:txBody>
      </p:sp>
      <p:sp>
        <p:nvSpPr>
          <p:cNvPr id="384" name="Google Shape;384;p30"/>
          <p:cNvSpPr txBox="1"/>
          <p:nvPr/>
        </p:nvSpPr>
        <p:spPr>
          <a:xfrm>
            <a:off x="10291206" y="2693383"/>
            <a:ext cx="3150536" cy="384175"/>
          </a:xfrm>
          <a:prstGeom prst="rect">
            <a:avLst/>
          </a:prstGeom>
          <a:noFill/>
          <a:ln>
            <a:noFill/>
          </a:ln>
        </p:spPr>
        <p:txBody>
          <a:bodyPr spcFirstLastPara="1" wrap="square" lIns="0" tIns="0" rIns="0" bIns="0" anchor="t" anchorCtr="0">
            <a:spAutoFit/>
          </a:bodyPr>
          <a:lstStyle/>
          <a:p>
            <a:pPr marL="0" marR="0" lvl="0" indent="0" algn="ctr" rtl="0">
              <a:lnSpc>
                <a:spcPct val="122000"/>
              </a:lnSpc>
              <a:spcBef>
                <a:spcPts val="0"/>
              </a:spcBef>
              <a:spcAft>
                <a:spcPts val="0"/>
              </a:spcAft>
              <a:buNone/>
            </a:pPr>
            <a:r>
              <a:rPr lang="en-US" sz="2500" b="1" i="0" u="none" strike="noStrike" cap="none">
                <a:solidFill>
                  <a:srgbClr val="FFFFFF"/>
                </a:solidFill>
                <a:latin typeface="Inter" panose="02000503000000020004"/>
                <a:ea typeface="Inter" panose="02000503000000020004"/>
                <a:cs typeface="Inter" panose="02000503000000020004"/>
                <a:sym typeface="Inter" panose="02000503000000020004"/>
              </a:rPr>
              <a:t>DESIGN ELEMENTS</a:t>
            </a:r>
            <a:endParaRPr lang="en-US" sz="2500" b="1" i="0" u="none" strike="noStrike" cap="none">
              <a:solidFill>
                <a:srgbClr val="FFFFFF"/>
              </a:solidFill>
              <a:latin typeface="Inter" panose="02000503000000020004"/>
              <a:ea typeface="Inter" panose="02000503000000020004"/>
              <a:cs typeface="Inter" panose="02000503000000020004"/>
              <a:sym typeface="Inter" panose="02000503000000020004"/>
            </a:endParaRPr>
          </a:p>
        </p:txBody>
      </p:sp>
      <p:sp>
        <p:nvSpPr>
          <p:cNvPr id="385" name="Google Shape;385;p30"/>
          <p:cNvSpPr txBox="1"/>
          <p:nvPr/>
        </p:nvSpPr>
        <p:spPr>
          <a:xfrm>
            <a:off x="1747770" y="7296522"/>
            <a:ext cx="3150536" cy="384175"/>
          </a:xfrm>
          <a:prstGeom prst="rect">
            <a:avLst/>
          </a:prstGeom>
          <a:noFill/>
          <a:ln>
            <a:noFill/>
          </a:ln>
        </p:spPr>
        <p:txBody>
          <a:bodyPr spcFirstLastPara="1" wrap="square" lIns="0" tIns="0" rIns="0" bIns="0" anchor="t" anchorCtr="0">
            <a:spAutoFit/>
          </a:bodyPr>
          <a:lstStyle/>
          <a:p>
            <a:pPr marL="0" marR="0" lvl="0" indent="0" algn="ctr" rtl="0">
              <a:lnSpc>
                <a:spcPct val="122000"/>
              </a:lnSpc>
              <a:spcBef>
                <a:spcPts val="0"/>
              </a:spcBef>
              <a:spcAft>
                <a:spcPts val="0"/>
              </a:spcAft>
              <a:buNone/>
            </a:pPr>
            <a:r>
              <a:rPr lang="en-US" sz="2500" b="1" i="0" u="none" strike="noStrike" cap="none">
                <a:solidFill>
                  <a:srgbClr val="FFFFFF"/>
                </a:solidFill>
                <a:latin typeface="Inter" panose="02000503000000020004"/>
                <a:ea typeface="Inter" panose="02000503000000020004"/>
                <a:cs typeface="Inter" panose="02000503000000020004"/>
                <a:sym typeface="Inter" panose="02000503000000020004"/>
              </a:rPr>
              <a:t>COLORS</a:t>
            </a:r>
            <a:endParaRPr lang="en-US" sz="2500" b="1" i="0" u="none" strike="noStrike" cap="none">
              <a:solidFill>
                <a:srgbClr val="FFFFFF"/>
              </a:solidFill>
              <a:latin typeface="Inter" panose="02000503000000020004"/>
              <a:ea typeface="Inter" panose="02000503000000020004"/>
              <a:cs typeface="Inter" panose="02000503000000020004"/>
              <a:sym typeface="Inter" panose="02000503000000020004"/>
            </a:endParaRPr>
          </a:p>
        </p:txBody>
      </p:sp>
      <p:sp>
        <p:nvSpPr>
          <p:cNvPr id="386" name="Google Shape;386;p30"/>
          <p:cNvSpPr txBox="1"/>
          <p:nvPr/>
        </p:nvSpPr>
        <p:spPr>
          <a:xfrm>
            <a:off x="2218457" y="9005902"/>
            <a:ext cx="1221374" cy="170942"/>
          </a:xfrm>
          <a:prstGeom prst="rect">
            <a:avLst/>
          </a:prstGeom>
          <a:noFill/>
          <a:ln>
            <a:noFill/>
          </a:ln>
        </p:spPr>
        <p:txBody>
          <a:bodyPr spcFirstLastPara="1" wrap="square" lIns="0" tIns="0" rIns="0" bIns="0" anchor="t" anchorCtr="0">
            <a:spAutoFit/>
          </a:bodyPr>
          <a:lstStyle/>
          <a:p>
            <a:pPr marL="0" marR="0" lvl="0" indent="0" algn="ctr" rtl="0">
              <a:lnSpc>
                <a:spcPct val="103000"/>
              </a:lnSpc>
              <a:spcBef>
                <a:spcPts val="0"/>
              </a:spcBef>
              <a:spcAft>
                <a:spcPts val="0"/>
              </a:spcAft>
              <a:buNone/>
            </a:pPr>
            <a:r>
              <a:rPr lang="en-US" sz="1300" b="1" i="0" u="none" strike="noStrike" cap="none">
                <a:solidFill>
                  <a:srgbClr val="FFFFFF"/>
                </a:solidFill>
                <a:latin typeface="Inter" panose="02000503000000020004"/>
                <a:ea typeface="Inter" panose="02000503000000020004"/>
                <a:cs typeface="Inter" panose="02000503000000020004"/>
                <a:sym typeface="Inter" panose="02000503000000020004"/>
              </a:rPr>
              <a:t>#FFFFEE</a:t>
            </a:r>
            <a:endParaRPr lang="en-US" sz="1300" b="1" i="0" u="none" strike="noStrike" cap="none">
              <a:solidFill>
                <a:srgbClr val="FFFFFF"/>
              </a:solidFill>
              <a:latin typeface="Inter" panose="02000503000000020004"/>
              <a:ea typeface="Inter" panose="02000503000000020004"/>
              <a:cs typeface="Inter" panose="02000503000000020004"/>
              <a:sym typeface="Inter" panose="02000503000000020004"/>
            </a:endParaRPr>
          </a:p>
        </p:txBody>
      </p:sp>
      <p:sp>
        <p:nvSpPr>
          <p:cNvPr id="387" name="Google Shape;387;p30"/>
          <p:cNvSpPr txBox="1"/>
          <p:nvPr/>
        </p:nvSpPr>
        <p:spPr>
          <a:xfrm>
            <a:off x="3206246" y="9019202"/>
            <a:ext cx="1221374" cy="170942"/>
          </a:xfrm>
          <a:prstGeom prst="rect">
            <a:avLst/>
          </a:prstGeom>
          <a:noFill/>
          <a:ln>
            <a:noFill/>
          </a:ln>
        </p:spPr>
        <p:txBody>
          <a:bodyPr spcFirstLastPara="1" wrap="square" lIns="0" tIns="0" rIns="0" bIns="0" anchor="t" anchorCtr="0">
            <a:spAutoFit/>
          </a:bodyPr>
          <a:lstStyle/>
          <a:p>
            <a:pPr marL="0" marR="0" lvl="0" indent="0" algn="ctr" rtl="0">
              <a:lnSpc>
                <a:spcPct val="103000"/>
              </a:lnSpc>
              <a:spcBef>
                <a:spcPts val="0"/>
              </a:spcBef>
              <a:spcAft>
                <a:spcPts val="0"/>
              </a:spcAft>
              <a:buNone/>
            </a:pPr>
            <a:r>
              <a:rPr lang="en-US" sz="1300" b="1" i="0" u="none" strike="noStrike" cap="none">
                <a:solidFill>
                  <a:srgbClr val="FFFFFF"/>
                </a:solidFill>
                <a:latin typeface="Inter" panose="02000503000000020004"/>
                <a:ea typeface="Inter" panose="02000503000000020004"/>
                <a:cs typeface="Inter" panose="02000503000000020004"/>
                <a:sym typeface="Inter" panose="02000503000000020004"/>
              </a:rPr>
              <a:t>#000000</a:t>
            </a:r>
            <a:endParaRPr lang="en-US" sz="1300" b="1" i="0" u="none" strike="noStrike" cap="none">
              <a:solidFill>
                <a:srgbClr val="FFFFFF"/>
              </a:solidFill>
              <a:latin typeface="Inter" panose="02000503000000020004"/>
              <a:ea typeface="Inter" panose="02000503000000020004"/>
              <a:cs typeface="Inter" panose="02000503000000020004"/>
              <a:sym typeface="Inter" panose="02000503000000020004"/>
            </a:endParaRPr>
          </a:p>
        </p:txBody>
      </p:sp>
      <p:grpSp>
        <p:nvGrpSpPr>
          <p:cNvPr id="388" name="Google Shape;388;p30"/>
          <p:cNvGrpSpPr/>
          <p:nvPr/>
        </p:nvGrpSpPr>
        <p:grpSpPr>
          <a:xfrm>
            <a:off x="6717455" y="3926882"/>
            <a:ext cx="10303203" cy="4720903"/>
            <a:chOff x="0" y="0"/>
            <a:chExt cx="13737604" cy="6294537"/>
          </a:xfrm>
        </p:grpSpPr>
        <p:sp>
          <p:nvSpPr>
            <p:cNvPr id="389" name="Google Shape;389;p30"/>
            <p:cNvSpPr/>
            <p:nvPr/>
          </p:nvSpPr>
          <p:spPr>
            <a:xfrm>
              <a:off x="11207990" y="1830530"/>
              <a:ext cx="966416" cy="831118"/>
            </a:xfrm>
            <a:custGeom>
              <a:avLst/>
              <a:gdLst/>
              <a:ahLst/>
              <a:cxnLst/>
              <a:rect l="l" t="t" r="r" b="b"/>
              <a:pathLst>
                <a:path w="966416" h="831118" extrusionOk="0">
                  <a:moveTo>
                    <a:pt x="0" y="0"/>
                  </a:moveTo>
                  <a:lnTo>
                    <a:pt x="966416" y="0"/>
                  </a:lnTo>
                  <a:lnTo>
                    <a:pt x="966416" y="831118"/>
                  </a:lnTo>
                  <a:lnTo>
                    <a:pt x="0" y="831118"/>
                  </a:lnTo>
                  <a:lnTo>
                    <a:pt x="0" y="0"/>
                  </a:lnTo>
                  <a:close/>
                </a:path>
              </a:pathLst>
            </a:custGeom>
            <a:blipFill rotWithShape="1">
              <a:blip r:embed="rId1"/>
              <a:stretch>
                <a:fillRect/>
              </a:stretch>
            </a:blipFill>
            <a:ln>
              <a:noFill/>
            </a:ln>
          </p:spPr>
        </p:sp>
        <p:sp>
          <p:nvSpPr>
            <p:cNvPr id="390" name="Google Shape;390;p30"/>
            <p:cNvSpPr/>
            <p:nvPr/>
          </p:nvSpPr>
          <p:spPr>
            <a:xfrm>
              <a:off x="12975047" y="3436603"/>
              <a:ext cx="686872" cy="949194"/>
            </a:xfrm>
            <a:custGeom>
              <a:avLst/>
              <a:gdLst/>
              <a:ahLst/>
              <a:cxnLst/>
              <a:rect l="l" t="t" r="r" b="b"/>
              <a:pathLst>
                <a:path w="686872" h="949194" extrusionOk="0">
                  <a:moveTo>
                    <a:pt x="0" y="0"/>
                  </a:moveTo>
                  <a:lnTo>
                    <a:pt x="686872" y="0"/>
                  </a:lnTo>
                  <a:lnTo>
                    <a:pt x="686872" y="949194"/>
                  </a:lnTo>
                  <a:lnTo>
                    <a:pt x="0" y="949194"/>
                  </a:lnTo>
                  <a:lnTo>
                    <a:pt x="0" y="0"/>
                  </a:lnTo>
                  <a:close/>
                </a:path>
              </a:pathLst>
            </a:custGeom>
            <a:blipFill rotWithShape="1">
              <a:blip r:embed="rId2"/>
              <a:stretch>
                <a:fillRect/>
              </a:stretch>
            </a:blipFill>
            <a:ln>
              <a:noFill/>
            </a:ln>
          </p:spPr>
        </p:sp>
        <p:sp>
          <p:nvSpPr>
            <p:cNvPr id="391" name="Google Shape;391;p30"/>
            <p:cNvSpPr/>
            <p:nvPr/>
          </p:nvSpPr>
          <p:spPr>
            <a:xfrm>
              <a:off x="11408696" y="3537730"/>
              <a:ext cx="565892" cy="848067"/>
            </a:xfrm>
            <a:custGeom>
              <a:avLst/>
              <a:gdLst/>
              <a:ahLst/>
              <a:cxnLst/>
              <a:rect l="l" t="t" r="r" b="b"/>
              <a:pathLst>
                <a:path w="565892" h="848067" extrusionOk="0">
                  <a:moveTo>
                    <a:pt x="0" y="0"/>
                  </a:moveTo>
                  <a:lnTo>
                    <a:pt x="565892" y="0"/>
                  </a:lnTo>
                  <a:lnTo>
                    <a:pt x="565892" y="848067"/>
                  </a:lnTo>
                  <a:lnTo>
                    <a:pt x="0" y="848067"/>
                  </a:lnTo>
                  <a:lnTo>
                    <a:pt x="0" y="0"/>
                  </a:lnTo>
                  <a:close/>
                </a:path>
              </a:pathLst>
            </a:custGeom>
            <a:blipFill rotWithShape="1">
              <a:blip r:embed="rId3"/>
              <a:stretch>
                <a:fillRect/>
              </a:stretch>
            </a:blipFill>
            <a:ln>
              <a:noFill/>
            </a:ln>
          </p:spPr>
        </p:sp>
        <p:sp>
          <p:nvSpPr>
            <p:cNvPr id="392" name="Google Shape;392;p30"/>
            <p:cNvSpPr/>
            <p:nvPr/>
          </p:nvSpPr>
          <p:spPr>
            <a:xfrm>
              <a:off x="12799099" y="5240826"/>
              <a:ext cx="938505" cy="848067"/>
            </a:xfrm>
            <a:custGeom>
              <a:avLst/>
              <a:gdLst/>
              <a:ahLst/>
              <a:cxnLst/>
              <a:rect l="l" t="t" r="r" b="b"/>
              <a:pathLst>
                <a:path w="938505" h="848067" extrusionOk="0">
                  <a:moveTo>
                    <a:pt x="0" y="0"/>
                  </a:moveTo>
                  <a:lnTo>
                    <a:pt x="938505" y="0"/>
                  </a:lnTo>
                  <a:lnTo>
                    <a:pt x="938505" y="848068"/>
                  </a:lnTo>
                  <a:lnTo>
                    <a:pt x="0" y="848068"/>
                  </a:lnTo>
                  <a:lnTo>
                    <a:pt x="0" y="0"/>
                  </a:lnTo>
                  <a:close/>
                </a:path>
              </a:pathLst>
            </a:custGeom>
            <a:blipFill rotWithShape="1">
              <a:blip r:embed="rId4"/>
              <a:stretch>
                <a:fillRect/>
              </a:stretch>
            </a:blipFill>
            <a:ln>
              <a:noFill/>
            </a:ln>
          </p:spPr>
        </p:sp>
        <p:sp>
          <p:nvSpPr>
            <p:cNvPr id="393" name="Google Shape;393;p30"/>
            <p:cNvSpPr/>
            <p:nvPr/>
          </p:nvSpPr>
          <p:spPr>
            <a:xfrm>
              <a:off x="12799099" y="50563"/>
              <a:ext cx="848067" cy="848067"/>
            </a:xfrm>
            <a:custGeom>
              <a:avLst/>
              <a:gdLst/>
              <a:ahLst/>
              <a:cxnLst/>
              <a:rect l="l" t="t" r="r" b="b"/>
              <a:pathLst>
                <a:path w="848067" h="848067" extrusionOk="0">
                  <a:moveTo>
                    <a:pt x="0" y="0"/>
                  </a:moveTo>
                  <a:lnTo>
                    <a:pt x="848068" y="0"/>
                  </a:lnTo>
                  <a:lnTo>
                    <a:pt x="848068" y="848068"/>
                  </a:lnTo>
                  <a:lnTo>
                    <a:pt x="0" y="848068"/>
                  </a:lnTo>
                  <a:lnTo>
                    <a:pt x="0" y="0"/>
                  </a:lnTo>
                  <a:close/>
                </a:path>
              </a:pathLst>
            </a:custGeom>
            <a:blipFill rotWithShape="1">
              <a:blip r:embed="rId5"/>
              <a:stretch>
                <a:fillRect/>
              </a:stretch>
            </a:blipFill>
            <a:ln>
              <a:noFill/>
            </a:ln>
          </p:spPr>
        </p:sp>
        <p:sp>
          <p:nvSpPr>
            <p:cNvPr id="394" name="Google Shape;394;p30"/>
            <p:cNvSpPr/>
            <p:nvPr/>
          </p:nvSpPr>
          <p:spPr>
            <a:xfrm>
              <a:off x="11100506" y="59038"/>
              <a:ext cx="1160275" cy="713042"/>
            </a:xfrm>
            <a:custGeom>
              <a:avLst/>
              <a:gdLst/>
              <a:ahLst/>
              <a:cxnLst/>
              <a:rect l="l" t="t" r="r" b="b"/>
              <a:pathLst>
                <a:path w="1160275" h="713042" extrusionOk="0">
                  <a:moveTo>
                    <a:pt x="0" y="0"/>
                  </a:moveTo>
                  <a:lnTo>
                    <a:pt x="1160275" y="0"/>
                  </a:lnTo>
                  <a:lnTo>
                    <a:pt x="1160275" y="713042"/>
                  </a:lnTo>
                  <a:lnTo>
                    <a:pt x="0" y="713042"/>
                  </a:lnTo>
                  <a:lnTo>
                    <a:pt x="0" y="0"/>
                  </a:lnTo>
                  <a:close/>
                </a:path>
              </a:pathLst>
            </a:custGeom>
            <a:blipFill rotWithShape="1">
              <a:blip r:embed="rId6"/>
              <a:stretch>
                <a:fillRect/>
              </a:stretch>
            </a:blipFill>
            <a:ln>
              <a:noFill/>
            </a:ln>
          </p:spPr>
        </p:sp>
        <p:sp>
          <p:nvSpPr>
            <p:cNvPr id="395" name="Google Shape;395;p30"/>
            <p:cNvSpPr/>
            <p:nvPr/>
          </p:nvSpPr>
          <p:spPr>
            <a:xfrm>
              <a:off x="12712724" y="1830530"/>
              <a:ext cx="949194" cy="949194"/>
            </a:xfrm>
            <a:custGeom>
              <a:avLst/>
              <a:gdLst/>
              <a:ahLst/>
              <a:cxnLst/>
              <a:rect l="l" t="t" r="r" b="b"/>
              <a:pathLst>
                <a:path w="949194" h="949194" extrusionOk="0">
                  <a:moveTo>
                    <a:pt x="0" y="0"/>
                  </a:moveTo>
                  <a:lnTo>
                    <a:pt x="949195" y="0"/>
                  </a:lnTo>
                  <a:lnTo>
                    <a:pt x="949195" y="949195"/>
                  </a:lnTo>
                  <a:lnTo>
                    <a:pt x="0" y="949195"/>
                  </a:lnTo>
                  <a:lnTo>
                    <a:pt x="0" y="0"/>
                  </a:lnTo>
                  <a:close/>
                </a:path>
              </a:pathLst>
            </a:custGeom>
            <a:blipFill rotWithShape="1">
              <a:blip r:embed="rId7"/>
              <a:stretch>
                <a:fillRect/>
              </a:stretch>
            </a:blipFill>
            <a:ln>
              <a:noFill/>
            </a:ln>
          </p:spPr>
        </p:sp>
        <p:sp>
          <p:nvSpPr>
            <p:cNvPr id="396" name="Google Shape;396;p30"/>
            <p:cNvSpPr/>
            <p:nvPr/>
          </p:nvSpPr>
          <p:spPr>
            <a:xfrm>
              <a:off x="11313604" y="5261878"/>
              <a:ext cx="660984" cy="949194"/>
            </a:xfrm>
            <a:custGeom>
              <a:avLst/>
              <a:gdLst/>
              <a:ahLst/>
              <a:cxnLst/>
              <a:rect l="l" t="t" r="r" b="b"/>
              <a:pathLst>
                <a:path w="660984" h="949194" extrusionOk="0">
                  <a:moveTo>
                    <a:pt x="0" y="0"/>
                  </a:moveTo>
                  <a:lnTo>
                    <a:pt x="660984" y="0"/>
                  </a:lnTo>
                  <a:lnTo>
                    <a:pt x="660984" y="949195"/>
                  </a:lnTo>
                  <a:lnTo>
                    <a:pt x="0" y="949195"/>
                  </a:lnTo>
                  <a:lnTo>
                    <a:pt x="0" y="0"/>
                  </a:lnTo>
                  <a:close/>
                </a:path>
              </a:pathLst>
            </a:custGeom>
            <a:blipFill rotWithShape="1">
              <a:blip r:embed="rId8"/>
              <a:stretch>
                <a:fillRect/>
              </a:stretch>
            </a:blipFill>
            <a:ln>
              <a:noFill/>
            </a:ln>
          </p:spPr>
        </p:sp>
        <p:sp>
          <p:nvSpPr>
            <p:cNvPr id="397" name="Google Shape;397;p30"/>
            <p:cNvSpPr/>
            <p:nvPr/>
          </p:nvSpPr>
          <p:spPr>
            <a:xfrm>
              <a:off x="6785727" y="9326"/>
              <a:ext cx="833565" cy="949194"/>
            </a:xfrm>
            <a:custGeom>
              <a:avLst/>
              <a:gdLst/>
              <a:ahLst/>
              <a:cxnLst/>
              <a:rect l="l" t="t" r="r" b="b"/>
              <a:pathLst>
                <a:path w="833565" h="949194" extrusionOk="0">
                  <a:moveTo>
                    <a:pt x="0" y="0"/>
                  </a:moveTo>
                  <a:lnTo>
                    <a:pt x="833565" y="0"/>
                  </a:lnTo>
                  <a:lnTo>
                    <a:pt x="833565" y="949194"/>
                  </a:lnTo>
                  <a:lnTo>
                    <a:pt x="0" y="949194"/>
                  </a:lnTo>
                  <a:lnTo>
                    <a:pt x="0" y="0"/>
                  </a:lnTo>
                  <a:close/>
                </a:path>
              </a:pathLst>
            </a:custGeom>
            <a:blipFill rotWithShape="1">
              <a:blip r:embed="rId9"/>
              <a:stretch>
                <a:fillRect/>
              </a:stretch>
            </a:blipFill>
            <a:ln>
              <a:noFill/>
            </a:ln>
          </p:spPr>
        </p:sp>
        <p:sp>
          <p:nvSpPr>
            <p:cNvPr id="398" name="Google Shape;398;p30"/>
            <p:cNvSpPr/>
            <p:nvPr/>
          </p:nvSpPr>
          <p:spPr>
            <a:xfrm>
              <a:off x="9539389" y="181541"/>
              <a:ext cx="1100526" cy="654313"/>
            </a:xfrm>
            <a:custGeom>
              <a:avLst/>
              <a:gdLst/>
              <a:ahLst/>
              <a:cxnLst/>
              <a:rect l="l" t="t" r="r" b="b"/>
              <a:pathLst>
                <a:path w="1100526" h="654313" extrusionOk="0">
                  <a:moveTo>
                    <a:pt x="0" y="0"/>
                  </a:moveTo>
                  <a:lnTo>
                    <a:pt x="1100526" y="0"/>
                  </a:lnTo>
                  <a:lnTo>
                    <a:pt x="1100526" y="654313"/>
                  </a:lnTo>
                  <a:lnTo>
                    <a:pt x="0" y="654313"/>
                  </a:lnTo>
                  <a:lnTo>
                    <a:pt x="0" y="0"/>
                  </a:lnTo>
                  <a:close/>
                </a:path>
              </a:pathLst>
            </a:custGeom>
            <a:blipFill rotWithShape="1">
              <a:blip r:embed="rId10"/>
              <a:stretch>
                <a:fillRect/>
              </a:stretch>
            </a:blipFill>
            <a:ln>
              <a:noFill/>
            </a:ln>
          </p:spPr>
        </p:sp>
        <p:sp>
          <p:nvSpPr>
            <p:cNvPr id="399" name="Google Shape;399;p30"/>
            <p:cNvSpPr/>
            <p:nvPr/>
          </p:nvSpPr>
          <p:spPr>
            <a:xfrm>
              <a:off x="1313391" y="59889"/>
              <a:ext cx="848067" cy="848067"/>
            </a:xfrm>
            <a:custGeom>
              <a:avLst/>
              <a:gdLst/>
              <a:ahLst/>
              <a:cxnLst/>
              <a:rect l="l" t="t" r="r" b="b"/>
              <a:pathLst>
                <a:path w="848067" h="848067" extrusionOk="0">
                  <a:moveTo>
                    <a:pt x="0" y="0"/>
                  </a:moveTo>
                  <a:lnTo>
                    <a:pt x="848067" y="0"/>
                  </a:lnTo>
                  <a:lnTo>
                    <a:pt x="848067" y="848068"/>
                  </a:lnTo>
                  <a:lnTo>
                    <a:pt x="0" y="848068"/>
                  </a:lnTo>
                  <a:lnTo>
                    <a:pt x="0" y="0"/>
                  </a:lnTo>
                  <a:close/>
                </a:path>
              </a:pathLst>
            </a:custGeom>
            <a:blipFill rotWithShape="1">
              <a:blip r:embed="rId11"/>
              <a:stretch>
                <a:fillRect/>
              </a:stretch>
            </a:blipFill>
            <a:ln>
              <a:noFill/>
            </a:ln>
          </p:spPr>
        </p:sp>
        <p:sp>
          <p:nvSpPr>
            <p:cNvPr id="400" name="Google Shape;400;p30"/>
            <p:cNvSpPr/>
            <p:nvPr/>
          </p:nvSpPr>
          <p:spPr>
            <a:xfrm>
              <a:off x="0" y="59889"/>
              <a:ext cx="848067" cy="848067"/>
            </a:xfrm>
            <a:custGeom>
              <a:avLst/>
              <a:gdLst/>
              <a:ahLst/>
              <a:cxnLst/>
              <a:rect l="l" t="t" r="r" b="b"/>
              <a:pathLst>
                <a:path w="848067" h="848067" extrusionOk="0">
                  <a:moveTo>
                    <a:pt x="0" y="0"/>
                  </a:moveTo>
                  <a:lnTo>
                    <a:pt x="848067" y="0"/>
                  </a:lnTo>
                  <a:lnTo>
                    <a:pt x="848067" y="848068"/>
                  </a:lnTo>
                  <a:lnTo>
                    <a:pt x="0" y="848068"/>
                  </a:lnTo>
                  <a:lnTo>
                    <a:pt x="0" y="0"/>
                  </a:lnTo>
                  <a:close/>
                </a:path>
              </a:pathLst>
            </a:custGeom>
            <a:blipFill rotWithShape="1">
              <a:blip r:embed="rId12"/>
              <a:stretch>
                <a:fillRect/>
              </a:stretch>
            </a:blipFill>
            <a:ln>
              <a:noFill/>
            </a:ln>
          </p:spPr>
        </p:sp>
        <p:sp>
          <p:nvSpPr>
            <p:cNvPr id="401" name="Google Shape;401;p30"/>
            <p:cNvSpPr/>
            <p:nvPr/>
          </p:nvSpPr>
          <p:spPr>
            <a:xfrm>
              <a:off x="5338153" y="34740"/>
              <a:ext cx="941146" cy="898366"/>
            </a:xfrm>
            <a:custGeom>
              <a:avLst/>
              <a:gdLst/>
              <a:ahLst/>
              <a:cxnLst/>
              <a:rect l="l" t="t" r="r" b="b"/>
              <a:pathLst>
                <a:path w="941146" h="898366" extrusionOk="0">
                  <a:moveTo>
                    <a:pt x="0" y="0"/>
                  </a:moveTo>
                  <a:lnTo>
                    <a:pt x="941145" y="0"/>
                  </a:lnTo>
                  <a:lnTo>
                    <a:pt x="941145" y="898366"/>
                  </a:lnTo>
                  <a:lnTo>
                    <a:pt x="0" y="898366"/>
                  </a:lnTo>
                  <a:lnTo>
                    <a:pt x="0" y="0"/>
                  </a:lnTo>
                  <a:close/>
                </a:path>
              </a:pathLst>
            </a:custGeom>
            <a:blipFill rotWithShape="1">
              <a:blip r:embed="rId13"/>
              <a:stretch>
                <a:fillRect/>
              </a:stretch>
            </a:blipFill>
            <a:ln>
              <a:noFill/>
            </a:ln>
          </p:spPr>
        </p:sp>
        <p:sp>
          <p:nvSpPr>
            <p:cNvPr id="402" name="Google Shape;402;p30"/>
            <p:cNvSpPr/>
            <p:nvPr/>
          </p:nvSpPr>
          <p:spPr>
            <a:xfrm>
              <a:off x="2645962" y="9326"/>
              <a:ext cx="942291" cy="949194"/>
            </a:xfrm>
            <a:custGeom>
              <a:avLst/>
              <a:gdLst/>
              <a:ahLst/>
              <a:cxnLst/>
              <a:rect l="l" t="t" r="r" b="b"/>
              <a:pathLst>
                <a:path w="942291" h="949194" extrusionOk="0">
                  <a:moveTo>
                    <a:pt x="0" y="0"/>
                  </a:moveTo>
                  <a:lnTo>
                    <a:pt x="942291" y="0"/>
                  </a:lnTo>
                  <a:lnTo>
                    <a:pt x="942291" y="949194"/>
                  </a:lnTo>
                  <a:lnTo>
                    <a:pt x="0" y="949194"/>
                  </a:lnTo>
                  <a:lnTo>
                    <a:pt x="0" y="0"/>
                  </a:lnTo>
                  <a:close/>
                </a:path>
              </a:pathLst>
            </a:custGeom>
            <a:blipFill rotWithShape="1">
              <a:blip r:embed="rId14"/>
              <a:stretch>
                <a:fillRect/>
              </a:stretch>
            </a:blipFill>
            <a:ln>
              <a:noFill/>
            </a:ln>
          </p:spPr>
        </p:sp>
        <p:sp>
          <p:nvSpPr>
            <p:cNvPr id="403" name="Google Shape;403;p30"/>
            <p:cNvSpPr/>
            <p:nvPr/>
          </p:nvSpPr>
          <p:spPr>
            <a:xfrm>
              <a:off x="4063167" y="0"/>
              <a:ext cx="785987" cy="958520"/>
            </a:xfrm>
            <a:custGeom>
              <a:avLst/>
              <a:gdLst/>
              <a:ahLst/>
              <a:cxnLst/>
              <a:rect l="l" t="t" r="r" b="b"/>
              <a:pathLst>
                <a:path w="785987" h="958520" extrusionOk="0">
                  <a:moveTo>
                    <a:pt x="0" y="0"/>
                  </a:moveTo>
                  <a:lnTo>
                    <a:pt x="785986" y="0"/>
                  </a:lnTo>
                  <a:lnTo>
                    <a:pt x="785986" y="958520"/>
                  </a:lnTo>
                  <a:lnTo>
                    <a:pt x="0" y="958520"/>
                  </a:lnTo>
                  <a:lnTo>
                    <a:pt x="0" y="0"/>
                  </a:lnTo>
                  <a:close/>
                </a:path>
              </a:pathLst>
            </a:custGeom>
            <a:blipFill rotWithShape="1">
              <a:blip r:embed="rId15"/>
              <a:stretch>
                <a:fillRect/>
              </a:stretch>
            </a:blipFill>
            <a:ln>
              <a:noFill/>
            </a:ln>
          </p:spPr>
        </p:sp>
        <p:sp>
          <p:nvSpPr>
            <p:cNvPr id="404" name="Google Shape;404;p30"/>
            <p:cNvSpPr/>
            <p:nvPr/>
          </p:nvSpPr>
          <p:spPr>
            <a:xfrm>
              <a:off x="8148043" y="59889"/>
              <a:ext cx="892720" cy="897616"/>
            </a:xfrm>
            <a:custGeom>
              <a:avLst/>
              <a:gdLst/>
              <a:ahLst/>
              <a:cxnLst/>
              <a:rect l="l" t="t" r="r" b="b"/>
              <a:pathLst>
                <a:path w="892720" h="897616" extrusionOk="0">
                  <a:moveTo>
                    <a:pt x="0" y="0"/>
                  </a:moveTo>
                  <a:lnTo>
                    <a:pt x="892720" y="0"/>
                  </a:lnTo>
                  <a:lnTo>
                    <a:pt x="892720" y="897616"/>
                  </a:lnTo>
                  <a:lnTo>
                    <a:pt x="0" y="897616"/>
                  </a:lnTo>
                  <a:lnTo>
                    <a:pt x="0" y="0"/>
                  </a:lnTo>
                  <a:close/>
                </a:path>
              </a:pathLst>
            </a:custGeom>
            <a:blipFill rotWithShape="1">
              <a:blip r:embed="rId16"/>
              <a:stretch>
                <a:fillRect/>
              </a:stretch>
            </a:blipFill>
            <a:ln>
              <a:noFill/>
            </a:ln>
          </p:spPr>
        </p:sp>
        <p:sp>
          <p:nvSpPr>
            <p:cNvPr id="405" name="Google Shape;405;p30"/>
            <p:cNvSpPr/>
            <p:nvPr/>
          </p:nvSpPr>
          <p:spPr>
            <a:xfrm>
              <a:off x="8052623" y="1753734"/>
              <a:ext cx="766259" cy="949194"/>
            </a:xfrm>
            <a:custGeom>
              <a:avLst/>
              <a:gdLst/>
              <a:ahLst/>
              <a:cxnLst/>
              <a:rect l="l" t="t" r="r" b="b"/>
              <a:pathLst>
                <a:path w="766259" h="949194" extrusionOk="0">
                  <a:moveTo>
                    <a:pt x="0" y="0"/>
                  </a:moveTo>
                  <a:lnTo>
                    <a:pt x="766258" y="0"/>
                  </a:lnTo>
                  <a:lnTo>
                    <a:pt x="766258" y="949195"/>
                  </a:lnTo>
                  <a:lnTo>
                    <a:pt x="0" y="949195"/>
                  </a:lnTo>
                  <a:lnTo>
                    <a:pt x="0" y="0"/>
                  </a:lnTo>
                  <a:close/>
                </a:path>
              </a:pathLst>
            </a:custGeom>
            <a:blipFill rotWithShape="1">
              <a:blip r:embed="rId17"/>
              <a:stretch>
                <a:fillRect/>
              </a:stretch>
            </a:blipFill>
            <a:ln>
              <a:noFill/>
            </a:ln>
          </p:spPr>
        </p:sp>
        <p:sp>
          <p:nvSpPr>
            <p:cNvPr id="406" name="Google Shape;406;p30"/>
            <p:cNvSpPr/>
            <p:nvPr/>
          </p:nvSpPr>
          <p:spPr>
            <a:xfrm>
              <a:off x="6401490" y="1753734"/>
              <a:ext cx="1031733" cy="949194"/>
            </a:xfrm>
            <a:custGeom>
              <a:avLst/>
              <a:gdLst/>
              <a:ahLst/>
              <a:cxnLst/>
              <a:rect l="l" t="t" r="r" b="b"/>
              <a:pathLst>
                <a:path w="1031733" h="949194" extrusionOk="0">
                  <a:moveTo>
                    <a:pt x="0" y="0"/>
                  </a:moveTo>
                  <a:lnTo>
                    <a:pt x="1031733" y="0"/>
                  </a:lnTo>
                  <a:lnTo>
                    <a:pt x="1031733" y="949195"/>
                  </a:lnTo>
                  <a:lnTo>
                    <a:pt x="0" y="949195"/>
                  </a:lnTo>
                  <a:lnTo>
                    <a:pt x="0" y="0"/>
                  </a:lnTo>
                  <a:close/>
                </a:path>
              </a:pathLst>
            </a:custGeom>
            <a:blipFill rotWithShape="1">
              <a:blip r:embed="rId18"/>
              <a:stretch>
                <a:fillRect/>
              </a:stretch>
            </a:blipFill>
            <a:ln>
              <a:noFill/>
            </a:ln>
          </p:spPr>
        </p:sp>
        <p:sp>
          <p:nvSpPr>
            <p:cNvPr id="407" name="Google Shape;407;p30"/>
            <p:cNvSpPr/>
            <p:nvPr/>
          </p:nvSpPr>
          <p:spPr>
            <a:xfrm>
              <a:off x="9502004" y="1968989"/>
              <a:ext cx="1084722" cy="623222"/>
            </a:xfrm>
            <a:custGeom>
              <a:avLst/>
              <a:gdLst/>
              <a:ahLst/>
              <a:cxnLst/>
              <a:rect l="l" t="t" r="r" b="b"/>
              <a:pathLst>
                <a:path w="1084722" h="623222" extrusionOk="0">
                  <a:moveTo>
                    <a:pt x="0" y="0"/>
                  </a:moveTo>
                  <a:lnTo>
                    <a:pt x="1084723" y="0"/>
                  </a:lnTo>
                  <a:lnTo>
                    <a:pt x="1084723" y="623222"/>
                  </a:lnTo>
                  <a:lnTo>
                    <a:pt x="0" y="623222"/>
                  </a:lnTo>
                  <a:lnTo>
                    <a:pt x="0" y="0"/>
                  </a:lnTo>
                  <a:close/>
                </a:path>
              </a:pathLst>
            </a:custGeom>
            <a:blipFill rotWithShape="1">
              <a:blip r:embed="rId19"/>
              <a:stretch>
                <a:fillRect/>
              </a:stretch>
            </a:blipFill>
            <a:ln>
              <a:noFill/>
            </a:ln>
          </p:spPr>
        </p:sp>
        <p:sp>
          <p:nvSpPr>
            <p:cNvPr id="408" name="Google Shape;408;p30"/>
            <p:cNvSpPr/>
            <p:nvPr/>
          </p:nvSpPr>
          <p:spPr>
            <a:xfrm>
              <a:off x="3285158" y="1753734"/>
              <a:ext cx="949194" cy="949194"/>
            </a:xfrm>
            <a:custGeom>
              <a:avLst/>
              <a:gdLst/>
              <a:ahLst/>
              <a:cxnLst/>
              <a:rect l="l" t="t" r="r" b="b"/>
              <a:pathLst>
                <a:path w="949194" h="949194" extrusionOk="0">
                  <a:moveTo>
                    <a:pt x="0" y="0"/>
                  </a:moveTo>
                  <a:lnTo>
                    <a:pt x="949194" y="0"/>
                  </a:lnTo>
                  <a:lnTo>
                    <a:pt x="949194" y="949195"/>
                  </a:lnTo>
                  <a:lnTo>
                    <a:pt x="0" y="949195"/>
                  </a:lnTo>
                  <a:lnTo>
                    <a:pt x="0" y="0"/>
                  </a:lnTo>
                  <a:close/>
                </a:path>
              </a:pathLst>
            </a:custGeom>
            <a:blipFill rotWithShape="1">
              <a:blip r:embed="rId20"/>
              <a:stretch>
                <a:fillRect/>
              </a:stretch>
            </a:blipFill>
            <a:ln>
              <a:noFill/>
            </a:ln>
          </p:spPr>
        </p:sp>
        <p:sp>
          <p:nvSpPr>
            <p:cNvPr id="409" name="Google Shape;409;p30"/>
            <p:cNvSpPr/>
            <p:nvPr/>
          </p:nvSpPr>
          <p:spPr>
            <a:xfrm>
              <a:off x="0" y="1753734"/>
              <a:ext cx="1103714" cy="949194"/>
            </a:xfrm>
            <a:custGeom>
              <a:avLst/>
              <a:gdLst/>
              <a:ahLst/>
              <a:cxnLst/>
              <a:rect l="l" t="t" r="r" b="b"/>
              <a:pathLst>
                <a:path w="1103714" h="949194" extrusionOk="0">
                  <a:moveTo>
                    <a:pt x="0" y="0"/>
                  </a:moveTo>
                  <a:lnTo>
                    <a:pt x="1103714" y="0"/>
                  </a:lnTo>
                  <a:lnTo>
                    <a:pt x="1103714" y="949195"/>
                  </a:lnTo>
                  <a:lnTo>
                    <a:pt x="0" y="949195"/>
                  </a:lnTo>
                  <a:lnTo>
                    <a:pt x="0" y="0"/>
                  </a:lnTo>
                  <a:close/>
                </a:path>
              </a:pathLst>
            </a:custGeom>
            <a:blipFill rotWithShape="1">
              <a:blip r:embed="rId21"/>
              <a:stretch>
                <a:fillRect/>
              </a:stretch>
            </a:blipFill>
            <a:ln>
              <a:noFill/>
            </a:ln>
          </p:spPr>
        </p:sp>
        <p:sp>
          <p:nvSpPr>
            <p:cNvPr id="410" name="Google Shape;410;p30"/>
            <p:cNvSpPr/>
            <p:nvPr/>
          </p:nvSpPr>
          <p:spPr>
            <a:xfrm>
              <a:off x="4741542" y="1753734"/>
              <a:ext cx="947469" cy="949194"/>
            </a:xfrm>
            <a:custGeom>
              <a:avLst/>
              <a:gdLst/>
              <a:ahLst/>
              <a:cxnLst/>
              <a:rect l="l" t="t" r="r" b="b"/>
              <a:pathLst>
                <a:path w="947469" h="949194" extrusionOk="0">
                  <a:moveTo>
                    <a:pt x="0" y="0"/>
                  </a:moveTo>
                  <a:lnTo>
                    <a:pt x="947469" y="0"/>
                  </a:lnTo>
                  <a:lnTo>
                    <a:pt x="947469" y="949195"/>
                  </a:lnTo>
                  <a:lnTo>
                    <a:pt x="0" y="949195"/>
                  </a:lnTo>
                  <a:lnTo>
                    <a:pt x="0" y="0"/>
                  </a:lnTo>
                  <a:close/>
                </a:path>
              </a:pathLst>
            </a:custGeom>
            <a:blipFill rotWithShape="1">
              <a:blip r:embed="rId22"/>
              <a:stretch>
                <a:fillRect/>
              </a:stretch>
            </a:blipFill>
            <a:ln>
              <a:noFill/>
            </a:ln>
          </p:spPr>
        </p:sp>
        <p:sp>
          <p:nvSpPr>
            <p:cNvPr id="411" name="Google Shape;411;p30"/>
            <p:cNvSpPr/>
            <p:nvPr/>
          </p:nvSpPr>
          <p:spPr>
            <a:xfrm>
              <a:off x="1719839" y="1753734"/>
              <a:ext cx="949194" cy="949194"/>
            </a:xfrm>
            <a:custGeom>
              <a:avLst/>
              <a:gdLst/>
              <a:ahLst/>
              <a:cxnLst/>
              <a:rect l="l" t="t" r="r" b="b"/>
              <a:pathLst>
                <a:path w="949194" h="949194" extrusionOk="0">
                  <a:moveTo>
                    <a:pt x="0" y="0"/>
                  </a:moveTo>
                  <a:lnTo>
                    <a:pt x="949194" y="0"/>
                  </a:lnTo>
                  <a:lnTo>
                    <a:pt x="949194" y="949195"/>
                  </a:lnTo>
                  <a:lnTo>
                    <a:pt x="0" y="949195"/>
                  </a:lnTo>
                  <a:lnTo>
                    <a:pt x="0" y="0"/>
                  </a:lnTo>
                  <a:close/>
                </a:path>
              </a:pathLst>
            </a:custGeom>
            <a:blipFill rotWithShape="1">
              <a:blip r:embed="rId23"/>
              <a:stretch>
                <a:fillRect/>
              </a:stretch>
            </a:blipFill>
            <a:ln>
              <a:noFill/>
            </a:ln>
          </p:spPr>
        </p:sp>
        <p:sp>
          <p:nvSpPr>
            <p:cNvPr id="412" name="Google Shape;412;p30"/>
            <p:cNvSpPr/>
            <p:nvPr/>
          </p:nvSpPr>
          <p:spPr>
            <a:xfrm>
              <a:off x="6916952" y="3524236"/>
              <a:ext cx="1040268" cy="820866"/>
            </a:xfrm>
            <a:custGeom>
              <a:avLst/>
              <a:gdLst/>
              <a:ahLst/>
              <a:cxnLst/>
              <a:rect l="l" t="t" r="r" b="b"/>
              <a:pathLst>
                <a:path w="1040268" h="820866" extrusionOk="0">
                  <a:moveTo>
                    <a:pt x="0" y="0"/>
                  </a:moveTo>
                  <a:lnTo>
                    <a:pt x="1040268" y="0"/>
                  </a:lnTo>
                  <a:lnTo>
                    <a:pt x="1040268" y="820866"/>
                  </a:lnTo>
                  <a:lnTo>
                    <a:pt x="0" y="820866"/>
                  </a:lnTo>
                  <a:lnTo>
                    <a:pt x="0" y="0"/>
                  </a:lnTo>
                  <a:close/>
                </a:path>
              </a:pathLst>
            </a:custGeom>
            <a:blipFill rotWithShape="1">
              <a:blip r:embed="rId24"/>
              <a:stretch>
                <a:fillRect/>
              </a:stretch>
            </a:blipFill>
            <a:ln>
              <a:noFill/>
            </a:ln>
          </p:spPr>
        </p:sp>
        <p:sp>
          <p:nvSpPr>
            <p:cNvPr id="413" name="Google Shape;413;p30"/>
            <p:cNvSpPr/>
            <p:nvPr/>
          </p:nvSpPr>
          <p:spPr>
            <a:xfrm>
              <a:off x="5322508" y="3562814"/>
              <a:ext cx="1072844" cy="645657"/>
            </a:xfrm>
            <a:custGeom>
              <a:avLst/>
              <a:gdLst/>
              <a:ahLst/>
              <a:cxnLst/>
              <a:rect l="l" t="t" r="r" b="b"/>
              <a:pathLst>
                <a:path w="1072844" h="645657" extrusionOk="0">
                  <a:moveTo>
                    <a:pt x="0" y="0"/>
                  </a:moveTo>
                  <a:lnTo>
                    <a:pt x="1072844" y="0"/>
                  </a:lnTo>
                  <a:lnTo>
                    <a:pt x="1072844" y="645657"/>
                  </a:lnTo>
                  <a:lnTo>
                    <a:pt x="0" y="645657"/>
                  </a:lnTo>
                  <a:lnTo>
                    <a:pt x="0" y="0"/>
                  </a:lnTo>
                  <a:close/>
                </a:path>
              </a:pathLst>
            </a:custGeom>
            <a:blipFill rotWithShape="1">
              <a:blip r:embed="rId25"/>
              <a:stretch>
                <a:fillRect/>
              </a:stretch>
            </a:blipFill>
            <a:ln>
              <a:noFill/>
            </a:ln>
          </p:spPr>
        </p:sp>
        <p:sp>
          <p:nvSpPr>
            <p:cNvPr id="414" name="Google Shape;414;p30"/>
            <p:cNvSpPr/>
            <p:nvPr/>
          </p:nvSpPr>
          <p:spPr>
            <a:xfrm>
              <a:off x="2796533" y="3464186"/>
              <a:ext cx="882797" cy="940966"/>
            </a:xfrm>
            <a:custGeom>
              <a:avLst/>
              <a:gdLst/>
              <a:ahLst/>
              <a:cxnLst/>
              <a:rect l="l" t="t" r="r" b="b"/>
              <a:pathLst>
                <a:path w="882797" h="940966" extrusionOk="0">
                  <a:moveTo>
                    <a:pt x="0" y="0"/>
                  </a:moveTo>
                  <a:lnTo>
                    <a:pt x="882797" y="0"/>
                  </a:lnTo>
                  <a:lnTo>
                    <a:pt x="882797" y="940966"/>
                  </a:lnTo>
                  <a:lnTo>
                    <a:pt x="0" y="940966"/>
                  </a:lnTo>
                  <a:lnTo>
                    <a:pt x="0" y="0"/>
                  </a:lnTo>
                  <a:close/>
                </a:path>
              </a:pathLst>
            </a:custGeom>
            <a:blipFill rotWithShape="1">
              <a:blip r:embed="rId26"/>
              <a:stretch>
                <a:fillRect/>
              </a:stretch>
            </a:blipFill>
            <a:ln>
              <a:noFill/>
            </a:ln>
          </p:spPr>
        </p:sp>
        <p:sp>
          <p:nvSpPr>
            <p:cNvPr id="415" name="Google Shape;415;p30"/>
            <p:cNvSpPr/>
            <p:nvPr/>
          </p:nvSpPr>
          <p:spPr>
            <a:xfrm>
              <a:off x="4200930" y="3475209"/>
              <a:ext cx="599979" cy="820866"/>
            </a:xfrm>
            <a:custGeom>
              <a:avLst/>
              <a:gdLst/>
              <a:ahLst/>
              <a:cxnLst/>
              <a:rect l="l" t="t" r="r" b="b"/>
              <a:pathLst>
                <a:path w="599979" h="820866" extrusionOk="0">
                  <a:moveTo>
                    <a:pt x="0" y="0"/>
                  </a:moveTo>
                  <a:lnTo>
                    <a:pt x="599978" y="0"/>
                  </a:lnTo>
                  <a:lnTo>
                    <a:pt x="599978" y="820866"/>
                  </a:lnTo>
                  <a:lnTo>
                    <a:pt x="0" y="820866"/>
                  </a:lnTo>
                  <a:lnTo>
                    <a:pt x="0" y="0"/>
                  </a:lnTo>
                  <a:close/>
                </a:path>
              </a:pathLst>
            </a:custGeom>
            <a:blipFill rotWithShape="1">
              <a:blip r:embed="rId27"/>
              <a:stretch>
                <a:fillRect/>
              </a:stretch>
            </a:blipFill>
            <a:ln>
              <a:noFill/>
            </a:ln>
          </p:spPr>
        </p:sp>
        <p:sp>
          <p:nvSpPr>
            <p:cNvPr id="416" name="Google Shape;416;p30"/>
            <p:cNvSpPr/>
            <p:nvPr/>
          </p:nvSpPr>
          <p:spPr>
            <a:xfrm>
              <a:off x="1586196" y="3464186"/>
              <a:ext cx="686050" cy="940966"/>
            </a:xfrm>
            <a:custGeom>
              <a:avLst/>
              <a:gdLst/>
              <a:ahLst/>
              <a:cxnLst/>
              <a:rect l="l" t="t" r="r" b="b"/>
              <a:pathLst>
                <a:path w="686050" h="940966" extrusionOk="0">
                  <a:moveTo>
                    <a:pt x="0" y="0"/>
                  </a:moveTo>
                  <a:lnTo>
                    <a:pt x="686050" y="0"/>
                  </a:lnTo>
                  <a:lnTo>
                    <a:pt x="686050" y="940966"/>
                  </a:lnTo>
                  <a:lnTo>
                    <a:pt x="0" y="940966"/>
                  </a:lnTo>
                  <a:lnTo>
                    <a:pt x="0" y="0"/>
                  </a:lnTo>
                  <a:close/>
                </a:path>
              </a:pathLst>
            </a:custGeom>
            <a:blipFill rotWithShape="1">
              <a:blip r:embed="rId28"/>
              <a:stretch>
                <a:fillRect/>
              </a:stretch>
            </a:blipFill>
            <a:ln>
              <a:noFill/>
            </a:ln>
          </p:spPr>
        </p:sp>
        <p:sp>
          <p:nvSpPr>
            <p:cNvPr id="417" name="Google Shape;417;p30"/>
            <p:cNvSpPr/>
            <p:nvPr/>
          </p:nvSpPr>
          <p:spPr>
            <a:xfrm>
              <a:off x="9826661" y="3524236"/>
              <a:ext cx="820866" cy="820866"/>
            </a:xfrm>
            <a:custGeom>
              <a:avLst/>
              <a:gdLst/>
              <a:ahLst/>
              <a:cxnLst/>
              <a:rect l="l" t="t" r="r" b="b"/>
              <a:pathLst>
                <a:path w="820866" h="820866" extrusionOk="0">
                  <a:moveTo>
                    <a:pt x="0" y="0"/>
                  </a:moveTo>
                  <a:lnTo>
                    <a:pt x="820866" y="0"/>
                  </a:lnTo>
                  <a:lnTo>
                    <a:pt x="820866" y="820866"/>
                  </a:lnTo>
                  <a:lnTo>
                    <a:pt x="0" y="820866"/>
                  </a:lnTo>
                  <a:lnTo>
                    <a:pt x="0" y="0"/>
                  </a:lnTo>
                  <a:close/>
                </a:path>
              </a:pathLst>
            </a:custGeom>
            <a:blipFill rotWithShape="1">
              <a:blip r:embed="rId29"/>
              <a:stretch>
                <a:fillRect/>
              </a:stretch>
            </a:blipFill>
            <a:ln>
              <a:noFill/>
            </a:ln>
          </p:spPr>
        </p:sp>
        <p:sp>
          <p:nvSpPr>
            <p:cNvPr id="418" name="Google Shape;418;p30"/>
            <p:cNvSpPr/>
            <p:nvPr/>
          </p:nvSpPr>
          <p:spPr>
            <a:xfrm>
              <a:off x="8482851" y="3524236"/>
              <a:ext cx="820866" cy="820866"/>
            </a:xfrm>
            <a:custGeom>
              <a:avLst/>
              <a:gdLst/>
              <a:ahLst/>
              <a:cxnLst/>
              <a:rect l="l" t="t" r="r" b="b"/>
              <a:pathLst>
                <a:path w="820866" h="820866" extrusionOk="0">
                  <a:moveTo>
                    <a:pt x="0" y="0"/>
                  </a:moveTo>
                  <a:lnTo>
                    <a:pt x="820866" y="0"/>
                  </a:lnTo>
                  <a:lnTo>
                    <a:pt x="820866" y="820866"/>
                  </a:lnTo>
                  <a:lnTo>
                    <a:pt x="0" y="820866"/>
                  </a:lnTo>
                  <a:lnTo>
                    <a:pt x="0" y="0"/>
                  </a:lnTo>
                  <a:close/>
                </a:path>
              </a:pathLst>
            </a:custGeom>
            <a:blipFill rotWithShape="1">
              <a:blip r:embed="rId30"/>
              <a:stretch>
                <a:fillRect/>
              </a:stretch>
            </a:blipFill>
            <a:ln>
              <a:noFill/>
            </a:ln>
          </p:spPr>
        </p:sp>
        <p:sp>
          <p:nvSpPr>
            <p:cNvPr id="419" name="Google Shape;419;p30"/>
            <p:cNvSpPr/>
            <p:nvPr/>
          </p:nvSpPr>
          <p:spPr>
            <a:xfrm>
              <a:off x="0" y="3411045"/>
              <a:ext cx="1063252" cy="949194"/>
            </a:xfrm>
            <a:custGeom>
              <a:avLst/>
              <a:gdLst/>
              <a:ahLst/>
              <a:cxnLst/>
              <a:rect l="l" t="t" r="r" b="b"/>
              <a:pathLst>
                <a:path w="1063252" h="949194" extrusionOk="0">
                  <a:moveTo>
                    <a:pt x="0" y="0"/>
                  </a:moveTo>
                  <a:lnTo>
                    <a:pt x="1063252" y="0"/>
                  </a:lnTo>
                  <a:lnTo>
                    <a:pt x="1063252" y="949194"/>
                  </a:lnTo>
                  <a:lnTo>
                    <a:pt x="0" y="949194"/>
                  </a:lnTo>
                  <a:lnTo>
                    <a:pt x="0" y="0"/>
                  </a:lnTo>
                  <a:close/>
                </a:path>
              </a:pathLst>
            </a:custGeom>
            <a:blipFill rotWithShape="1">
              <a:blip r:embed="rId31"/>
              <a:stretch>
                <a:fillRect/>
              </a:stretch>
            </a:blipFill>
            <a:ln>
              <a:noFill/>
            </a:ln>
          </p:spPr>
        </p:sp>
        <p:sp>
          <p:nvSpPr>
            <p:cNvPr id="420" name="Google Shape;420;p30"/>
            <p:cNvSpPr/>
            <p:nvPr/>
          </p:nvSpPr>
          <p:spPr>
            <a:xfrm>
              <a:off x="9624823" y="5281882"/>
              <a:ext cx="812619" cy="929190"/>
            </a:xfrm>
            <a:custGeom>
              <a:avLst/>
              <a:gdLst/>
              <a:ahLst/>
              <a:cxnLst/>
              <a:rect l="l" t="t" r="r" b="b"/>
              <a:pathLst>
                <a:path w="812619" h="929190" extrusionOk="0">
                  <a:moveTo>
                    <a:pt x="0" y="0"/>
                  </a:moveTo>
                  <a:lnTo>
                    <a:pt x="812620" y="0"/>
                  </a:lnTo>
                  <a:lnTo>
                    <a:pt x="812620" y="929191"/>
                  </a:lnTo>
                  <a:lnTo>
                    <a:pt x="0" y="929191"/>
                  </a:lnTo>
                  <a:lnTo>
                    <a:pt x="0" y="0"/>
                  </a:lnTo>
                  <a:close/>
                </a:path>
              </a:pathLst>
            </a:custGeom>
            <a:blipFill rotWithShape="1">
              <a:blip r:embed="rId32"/>
              <a:stretch>
                <a:fillRect/>
              </a:stretch>
            </a:blipFill>
            <a:ln>
              <a:noFill/>
            </a:ln>
          </p:spPr>
        </p:sp>
        <p:sp>
          <p:nvSpPr>
            <p:cNvPr id="421" name="Google Shape;421;p30"/>
            <p:cNvSpPr/>
            <p:nvPr/>
          </p:nvSpPr>
          <p:spPr>
            <a:xfrm>
              <a:off x="8016226" y="5404062"/>
              <a:ext cx="978331" cy="684832"/>
            </a:xfrm>
            <a:custGeom>
              <a:avLst/>
              <a:gdLst/>
              <a:ahLst/>
              <a:cxnLst/>
              <a:rect l="l" t="t" r="r" b="b"/>
              <a:pathLst>
                <a:path w="978331" h="684832" extrusionOk="0">
                  <a:moveTo>
                    <a:pt x="0" y="0"/>
                  </a:moveTo>
                  <a:lnTo>
                    <a:pt x="978331" y="0"/>
                  </a:lnTo>
                  <a:lnTo>
                    <a:pt x="978331" y="684832"/>
                  </a:lnTo>
                  <a:lnTo>
                    <a:pt x="0" y="684832"/>
                  </a:lnTo>
                  <a:lnTo>
                    <a:pt x="0" y="0"/>
                  </a:lnTo>
                  <a:close/>
                </a:path>
              </a:pathLst>
            </a:custGeom>
            <a:blipFill rotWithShape="1">
              <a:blip r:embed="rId33"/>
              <a:stretch>
                <a:fillRect/>
              </a:stretch>
            </a:blipFill>
            <a:ln>
              <a:noFill/>
            </a:ln>
          </p:spPr>
        </p:sp>
        <p:sp>
          <p:nvSpPr>
            <p:cNvPr id="422" name="Google Shape;422;p30"/>
            <p:cNvSpPr/>
            <p:nvPr/>
          </p:nvSpPr>
          <p:spPr>
            <a:xfrm>
              <a:off x="6540353" y="5404062"/>
              <a:ext cx="837017" cy="684832"/>
            </a:xfrm>
            <a:custGeom>
              <a:avLst/>
              <a:gdLst/>
              <a:ahLst/>
              <a:cxnLst/>
              <a:rect l="l" t="t" r="r" b="b"/>
              <a:pathLst>
                <a:path w="837017" h="684832" extrusionOk="0">
                  <a:moveTo>
                    <a:pt x="0" y="0"/>
                  </a:moveTo>
                  <a:lnTo>
                    <a:pt x="837017" y="0"/>
                  </a:lnTo>
                  <a:lnTo>
                    <a:pt x="837017" y="684832"/>
                  </a:lnTo>
                  <a:lnTo>
                    <a:pt x="0" y="684832"/>
                  </a:lnTo>
                  <a:lnTo>
                    <a:pt x="0" y="0"/>
                  </a:lnTo>
                  <a:close/>
                </a:path>
              </a:pathLst>
            </a:custGeom>
            <a:blipFill rotWithShape="1">
              <a:blip r:embed="rId34"/>
              <a:stretch>
                <a:fillRect/>
              </a:stretch>
            </a:blipFill>
            <a:ln>
              <a:noFill/>
            </a:ln>
          </p:spPr>
        </p:sp>
        <p:sp>
          <p:nvSpPr>
            <p:cNvPr id="423" name="Google Shape;423;p30"/>
            <p:cNvSpPr/>
            <p:nvPr/>
          </p:nvSpPr>
          <p:spPr>
            <a:xfrm>
              <a:off x="4127015" y="5281882"/>
              <a:ext cx="467974" cy="929190"/>
            </a:xfrm>
            <a:custGeom>
              <a:avLst/>
              <a:gdLst/>
              <a:ahLst/>
              <a:cxnLst/>
              <a:rect l="l" t="t" r="r" b="b"/>
              <a:pathLst>
                <a:path w="467974" h="929190" extrusionOk="0">
                  <a:moveTo>
                    <a:pt x="0" y="0"/>
                  </a:moveTo>
                  <a:lnTo>
                    <a:pt x="467974" y="0"/>
                  </a:lnTo>
                  <a:lnTo>
                    <a:pt x="467974" y="929191"/>
                  </a:lnTo>
                  <a:lnTo>
                    <a:pt x="0" y="929191"/>
                  </a:lnTo>
                  <a:lnTo>
                    <a:pt x="0" y="0"/>
                  </a:lnTo>
                  <a:close/>
                </a:path>
              </a:pathLst>
            </a:custGeom>
            <a:blipFill rotWithShape="1">
              <a:blip r:embed="rId35"/>
              <a:stretch>
                <a:fillRect/>
              </a:stretch>
            </a:blipFill>
            <a:ln>
              <a:noFill/>
            </a:ln>
          </p:spPr>
        </p:sp>
        <p:sp>
          <p:nvSpPr>
            <p:cNvPr id="424" name="Google Shape;424;p30"/>
            <p:cNvSpPr/>
            <p:nvPr/>
          </p:nvSpPr>
          <p:spPr>
            <a:xfrm>
              <a:off x="5225255" y="5404062"/>
              <a:ext cx="684832" cy="684832"/>
            </a:xfrm>
            <a:custGeom>
              <a:avLst/>
              <a:gdLst/>
              <a:ahLst/>
              <a:cxnLst/>
              <a:rect l="l" t="t" r="r" b="b"/>
              <a:pathLst>
                <a:path w="684832" h="684832" extrusionOk="0">
                  <a:moveTo>
                    <a:pt x="0" y="0"/>
                  </a:moveTo>
                  <a:lnTo>
                    <a:pt x="684832" y="0"/>
                  </a:lnTo>
                  <a:lnTo>
                    <a:pt x="684832" y="684832"/>
                  </a:lnTo>
                  <a:lnTo>
                    <a:pt x="0" y="684832"/>
                  </a:lnTo>
                  <a:lnTo>
                    <a:pt x="0" y="0"/>
                  </a:lnTo>
                  <a:close/>
                </a:path>
              </a:pathLst>
            </a:custGeom>
            <a:blipFill rotWithShape="1">
              <a:blip r:embed="rId36"/>
              <a:stretch>
                <a:fillRect/>
              </a:stretch>
            </a:blipFill>
            <a:ln>
              <a:noFill/>
            </a:ln>
          </p:spPr>
        </p:sp>
        <p:sp>
          <p:nvSpPr>
            <p:cNvPr id="425" name="Google Shape;425;p30"/>
            <p:cNvSpPr/>
            <p:nvPr/>
          </p:nvSpPr>
          <p:spPr>
            <a:xfrm>
              <a:off x="1215006" y="5198418"/>
              <a:ext cx="848994" cy="1096119"/>
            </a:xfrm>
            <a:custGeom>
              <a:avLst/>
              <a:gdLst/>
              <a:ahLst/>
              <a:cxnLst/>
              <a:rect l="l" t="t" r="r" b="b"/>
              <a:pathLst>
                <a:path w="848994" h="1096119" extrusionOk="0">
                  <a:moveTo>
                    <a:pt x="0" y="0"/>
                  </a:moveTo>
                  <a:lnTo>
                    <a:pt x="848994" y="0"/>
                  </a:lnTo>
                  <a:lnTo>
                    <a:pt x="848994" y="1096119"/>
                  </a:lnTo>
                  <a:lnTo>
                    <a:pt x="0" y="1096119"/>
                  </a:lnTo>
                  <a:lnTo>
                    <a:pt x="0" y="0"/>
                  </a:lnTo>
                  <a:close/>
                </a:path>
              </a:pathLst>
            </a:custGeom>
            <a:blipFill rotWithShape="1">
              <a:blip r:embed="rId37"/>
              <a:stretch>
                <a:fillRect/>
              </a:stretch>
            </a:blipFill>
            <a:ln>
              <a:noFill/>
            </a:ln>
          </p:spPr>
        </p:sp>
        <p:sp>
          <p:nvSpPr>
            <p:cNvPr id="426" name="Google Shape;426;p30"/>
            <p:cNvSpPr/>
            <p:nvPr/>
          </p:nvSpPr>
          <p:spPr>
            <a:xfrm>
              <a:off x="2694266" y="5281882"/>
              <a:ext cx="802483" cy="929190"/>
            </a:xfrm>
            <a:custGeom>
              <a:avLst/>
              <a:gdLst/>
              <a:ahLst/>
              <a:cxnLst/>
              <a:rect l="l" t="t" r="r" b="b"/>
              <a:pathLst>
                <a:path w="802483" h="929190" extrusionOk="0">
                  <a:moveTo>
                    <a:pt x="0" y="0"/>
                  </a:moveTo>
                  <a:lnTo>
                    <a:pt x="802483" y="0"/>
                  </a:lnTo>
                  <a:lnTo>
                    <a:pt x="802483" y="929191"/>
                  </a:lnTo>
                  <a:lnTo>
                    <a:pt x="0" y="929191"/>
                  </a:lnTo>
                  <a:lnTo>
                    <a:pt x="0" y="0"/>
                  </a:lnTo>
                  <a:close/>
                </a:path>
              </a:pathLst>
            </a:custGeom>
            <a:blipFill rotWithShape="1">
              <a:blip r:embed="rId38"/>
              <a:stretch>
                <a:fillRect/>
              </a:stretch>
            </a:blipFill>
            <a:ln>
              <a:noFill/>
            </a:ln>
          </p:spPr>
        </p:sp>
      </p:grpSp>
    </p:spTree>
  </p:cSld>
  <p:clrMapOvr>
    <a:masterClrMapping/>
  </p:clrMapOvr>
  <p:transition spd="slow">
    <p:fade/>
  </p:transition>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430" name="Shape 430"/>
        <p:cNvGrpSpPr/>
        <p:nvPr/>
      </p:nvGrpSpPr>
      <p:grpSpPr>
        <a:xfrm>
          <a:off x="0" y="0"/>
          <a:ext cx="0" cy="0"/>
          <a:chOff x="0" y="0"/>
          <a:chExt cx="0" cy="0"/>
        </a:xfrm>
      </p:grpSpPr>
      <p:grpSp>
        <p:nvGrpSpPr>
          <p:cNvPr id="431" name="Google Shape;431;p31"/>
          <p:cNvGrpSpPr/>
          <p:nvPr/>
        </p:nvGrpSpPr>
        <p:grpSpPr>
          <a:xfrm>
            <a:off x="5995272" y="2401409"/>
            <a:ext cx="6297456" cy="2611613"/>
            <a:chOff x="0" y="-28575"/>
            <a:chExt cx="1658589" cy="687832"/>
          </a:xfrm>
        </p:grpSpPr>
        <p:sp>
          <p:nvSpPr>
            <p:cNvPr id="432" name="Google Shape;432;p31"/>
            <p:cNvSpPr/>
            <p:nvPr/>
          </p:nvSpPr>
          <p:spPr>
            <a:xfrm>
              <a:off x="0" y="0"/>
              <a:ext cx="1658589" cy="659257"/>
            </a:xfrm>
            <a:custGeom>
              <a:avLst/>
              <a:gdLst/>
              <a:ahLst/>
              <a:cxnLst/>
              <a:rect l="l" t="t" r="r" b="b"/>
              <a:pathLst>
                <a:path w="1658589" h="659257" extrusionOk="0">
                  <a:moveTo>
                    <a:pt x="29505" y="0"/>
                  </a:moveTo>
                  <a:lnTo>
                    <a:pt x="1629084" y="0"/>
                  </a:lnTo>
                  <a:cubicBezTo>
                    <a:pt x="1636910" y="0"/>
                    <a:pt x="1644414" y="3109"/>
                    <a:pt x="1649948" y="8642"/>
                  </a:cubicBezTo>
                  <a:cubicBezTo>
                    <a:pt x="1655481" y="14175"/>
                    <a:pt x="1658589" y="21680"/>
                    <a:pt x="1658589" y="29505"/>
                  </a:cubicBezTo>
                  <a:lnTo>
                    <a:pt x="1658589" y="629752"/>
                  </a:lnTo>
                  <a:cubicBezTo>
                    <a:pt x="1658589" y="637577"/>
                    <a:pt x="1655481" y="645082"/>
                    <a:pt x="1649948" y="650615"/>
                  </a:cubicBezTo>
                  <a:cubicBezTo>
                    <a:pt x="1644414" y="656149"/>
                    <a:pt x="1636910" y="659257"/>
                    <a:pt x="1629084" y="659257"/>
                  </a:cubicBezTo>
                  <a:lnTo>
                    <a:pt x="29505" y="659257"/>
                  </a:lnTo>
                  <a:cubicBezTo>
                    <a:pt x="21680" y="659257"/>
                    <a:pt x="14175" y="656149"/>
                    <a:pt x="8642" y="650615"/>
                  </a:cubicBezTo>
                  <a:cubicBezTo>
                    <a:pt x="3109" y="645082"/>
                    <a:pt x="0" y="637577"/>
                    <a:pt x="0" y="629752"/>
                  </a:cubicBezTo>
                  <a:lnTo>
                    <a:pt x="0" y="29505"/>
                  </a:lnTo>
                  <a:cubicBezTo>
                    <a:pt x="0" y="21680"/>
                    <a:pt x="3109" y="14175"/>
                    <a:pt x="8642" y="8642"/>
                  </a:cubicBezTo>
                  <a:cubicBezTo>
                    <a:pt x="14175" y="3109"/>
                    <a:pt x="21680" y="0"/>
                    <a:pt x="29505" y="0"/>
                  </a:cubicBezTo>
                  <a:close/>
                </a:path>
              </a:pathLst>
            </a:custGeom>
            <a:solidFill>
              <a:srgbClr val="000000">
                <a:alpha val="0"/>
              </a:srgbClr>
            </a:solidFill>
            <a:ln w="38100" cap="rnd"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33" name="Google Shape;433;p31"/>
            <p:cNvSpPr txBox="1"/>
            <p:nvPr/>
          </p:nvSpPr>
          <p:spPr>
            <a:xfrm>
              <a:off x="0" y="-28575"/>
              <a:ext cx="1658589" cy="687832"/>
            </a:xfrm>
            <a:prstGeom prst="rect">
              <a:avLst/>
            </a:prstGeom>
            <a:noFill/>
            <a:ln>
              <a:noFill/>
            </a:ln>
          </p:spPr>
          <p:txBody>
            <a:bodyPr spcFirstLastPara="1" wrap="square" lIns="50800" tIns="50800" rIns="50800" bIns="50800" anchor="ctr" anchorCtr="0">
              <a:noAutofit/>
            </a:bodyPr>
            <a:lstStyle/>
            <a:p>
              <a:pPr marL="0" marR="0" lvl="0" indent="0" algn="ctr" rtl="0">
                <a:lnSpc>
                  <a:spcPct val="137000"/>
                </a:lnSpc>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grpSp>
      <p:grpSp>
        <p:nvGrpSpPr>
          <p:cNvPr id="434" name="Google Shape;434;p31"/>
          <p:cNvGrpSpPr/>
          <p:nvPr/>
        </p:nvGrpSpPr>
        <p:grpSpPr>
          <a:xfrm>
            <a:off x="5995272" y="5476026"/>
            <a:ext cx="6297456" cy="2611613"/>
            <a:chOff x="0" y="-28575"/>
            <a:chExt cx="1658589" cy="687832"/>
          </a:xfrm>
        </p:grpSpPr>
        <p:sp>
          <p:nvSpPr>
            <p:cNvPr id="435" name="Google Shape;435;p31"/>
            <p:cNvSpPr/>
            <p:nvPr/>
          </p:nvSpPr>
          <p:spPr>
            <a:xfrm>
              <a:off x="0" y="0"/>
              <a:ext cx="1658589" cy="659257"/>
            </a:xfrm>
            <a:custGeom>
              <a:avLst/>
              <a:gdLst/>
              <a:ahLst/>
              <a:cxnLst/>
              <a:rect l="l" t="t" r="r" b="b"/>
              <a:pathLst>
                <a:path w="1658589" h="659257" extrusionOk="0">
                  <a:moveTo>
                    <a:pt x="29505" y="0"/>
                  </a:moveTo>
                  <a:lnTo>
                    <a:pt x="1629084" y="0"/>
                  </a:lnTo>
                  <a:cubicBezTo>
                    <a:pt x="1636910" y="0"/>
                    <a:pt x="1644414" y="3109"/>
                    <a:pt x="1649948" y="8642"/>
                  </a:cubicBezTo>
                  <a:cubicBezTo>
                    <a:pt x="1655481" y="14175"/>
                    <a:pt x="1658589" y="21680"/>
                    <a:pt x="1658589" y="29505"/>
                  </a:cubicBezTo>
                  <a:lnTo>
                    <a:pt x="1658589" y="629752"/>
                  </a:lnTo>
                  <a:cubicBezTo>
                    <a:pt x="1658589" y="637577"/>
                    <a:pt x="1655481" y="645082"/>
                    <a:pt x="1649948" y="650615"/>
                  </a:cubicBezTo>
                  <a:cubicBezTo>
                    <a:pt x="1644414" y="656149"/>
                    <a:pt x="1636910" y="659257"/>
                    <a:pt x="1629084" y="659257"/>
                  </a:cubicBezTo>
                  <a:lnTo>
                    <a:pt x="29505" y="659257"/>
                  </a:lnTo>
                  <a:cubicBezTo>
                    <a:pt x="21680" y="659257"/>
                    <a:pt x="14175" y="656149"/>
                    <a:pt x="8642" y="650615"/>
                  </a:cubicBezTo>
                  <a:cubicBezTo>
                    <a:pt x="3109" y="645082"/>
                    <a:pt x="0" y="637577"/>
                    <a:pt x="0" y="629752"/>
                  </a:cubicBezTo>
                  <a:lnTo>
                    <a:pt x="0" y="29505"/>
                  </a:lnTo>
                  <a:cubicBezTo>
                    <a:pt x="0" y="21680"/>
                    <a:pt x="3109" y="14175"/>
                    <a:pt x="8642" y="8642"/>
                  </a:cubicBezTo>
                  <a:cubicBezTo>
                    <a:pt x="14175" y="3109"/>
                    <a:pt x="21680" y="0"/>
                    <a:pt x="29505" y="0"/>
                  </a:cubicBezTo>
                  <a:close/>
                </a:path>
              </a:pathLst>
            </a:custGeom>
            <a:solidFill>
              <a:srgbClr val="000000">
                <a:alpha val="0"/>
              </a:srgbClr>
            </a:solidFill>
            <a:ln w="38100" cap="rnd"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36" name="Google Shape;436;p31"/>
            <p:cNvSpPr txBox="1"/>
            <p:nvPr/>
          </p:nvSpPr>
          <p:spPr>
            <a:xfrm>
              <a:off x="0" y="-28575"/>
              <a:ext cx="1658589" cy="687832"/>
            </a:xfrm>
            <a:prstGeom prst="rect">
              <a:avLst/>
            </a:prstGeom>
            <a:noFill/>
            <a:ln>
              <a:noFill/>
            </a:ln>
          </p:spPr>
          <p:txBody>
            <a:bodyPr spcFirstLastPara="1" wrap="square" lIns="50800" tIns="50800" rIns="50800" bIns="50800" anchor="ctr" anchorCtr="0">
              <a:noAutofit/>
            </a:bodyPr>
            <a:lstStyle/>
            <a:p>
              <a:pPr marL="0" marR="0" lvl="0" indent="0" algn="ctr" rtl="0">
                <a:lnSpc>
                  <a:spcPct val="137000"/>
                </a:lnSpc>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grpSp>
      <p:sp>
        <p:nvSpPr>
          <p:cNvPr id="437" name="Google Shape;437;p31"/>
          <p:cNvSpPr txBox="1"/>
          <p:nvPr/>
        </p:nvSpPr>
        <p:spPr>
          <a:xfrm>
            <a:off x="3377480" y="1642941"/>
            <a:ext cx="11533039" cy="327787"/>
          </a:xfrm>
          <a:prstGeom prst="rect">
            <a:avLst/>
          </a:prstGeom>
          <a:noFill/>
          <a:ln>
            <a:noFill/>
          </a:ln>
        </p:spPr>
        <p:txBody>
          <a:bodyPr spcFirstLastPara="1" wrap="square" lIns="0" tIns="0" rIns="0" bIns="0" anchor="t" anchorCtr="0">
            <a:spAutoFit/>
          </a:bodyPr>
          <a:lstStyle/>
          <a:p>
            <a:pPr marL="0" marR="0" lvl="1" indent="0" algn="ctr" rtl="0">
              <a:lnSpc>
                <a:spcPct val="122000"/>
              </a:lnSpc>
              <a:spcBef>
                <a:spcPts val="0"/>
              </a:spcBef>
              <a:spcAft>
                <a:spcPts val="0"/>
              </a:spcAft>
              <a:buNone/>
            </a:pPr>
            <a:r>
              <a:rPr lang="en-US" sz="2200" b="0" i="0" u="none" strike="noStrike" cap="none">
                <a:solidFill>
                  <a:srgbClr val="FFFFFF"/>
                </a:solidFill>
                <a:latin typeface="Inter" panose="02000503000000020004"/>
                <a:ea typeface="Inter" panose="02000503000000020004"/>
                <a:cs typeface="Inter" panose="02000503000000020004"/>
                <a:sym typeface="Inter" panose="02000503000000020004"/>
              </a:rPr>
              <a:t>This presentation template is free for everyone to use thanks to the following:</a:t>
            </a:r>
            <a:endParaRPr lang="en-US" sz="2200" b="0" i="0" u="none" strike="noStrike" cap="none">
              <a:solidFill>
                <a:srgbClr val="FFFFFF"/>
              </a:solidFill>
              <a:latin typeface="Inter" panose="02000503000000020004"/>
              <a:ea typeface="Inter" panose="02000503000000020004"/>
              <a:cs typeface="Inter" panose="02000503000000020004"/>
              <a:sym typeface="Inter" panose="02000503000000020004"/>
            </a:endParaRPr>
          </a:p>
        </p:txBody>
      </p:sp>
      <p:sp>
        <p:nvSpPr>
          <p:cNvPr id="438" name="Google Shape;438;p31"/>
          <p:cNvSpPr txBox="1"/>
          <p:nvPr/>
        </p:nvSpPr>
        <p:spPr>
          <a:xfrm>
            <a:off x="7108732" y="8827262"/>
            <a:ext cx="4070535" cy="440563"/>
          </a:xfrm>
          <a:prstGeom prst="rect">
            <a:avLst/>
          </a:prstGeom>
          <a:noFill/>
          <a:ln>
            <a:noFill/>
          </a:ln>
        </p:spPr>
        <p:txBody>
          <a:bodyPr spcFirstLastPara="1" wrap="square" lIns="0" tIns="0" rIns="0" bIns="0" anchor="t" anchorCtr="0">
            <a:spAutoFit/>
          </a:bodyPr>
          <a:lstStyle/>
          <a:p>
            <a:pPr marL="0" marR="0" lvl="1" indent="0" algn="ctr" rtl="0">
              <a:lnSpc>
                <a:spcPct val="122000"/>
              </a:lnSpc>
              <a:spcBef>
                <a:spcPts val="0"/>
              </a:spcBef>
              <a:spcAft>
                <a:spcPts val="0"/>
              </a:spcAft>
              <a:buNone/>
            </a:pPr>
            <a:r>
              <a:rPr lang="en-US" sz="2800" b="1" i="0" u="none" strike="noStrike" cap="none">
                <a:solidFill>
                  <a:srgbClr val="FFFFFF"/>
                </a:solidFill>
                <a:latin typeface="Inter" panose="02000503000000020004"/>
                <a:ea typeface="Inter" panose="02000503000000020004"/>
                <a:cs typeface="Inter" panose="02000503000000020004"/>
                <a:sym typeface="Inter" panose="02000503000000020004"/>
              </a:rPr>
              <a:t>Happy designing!</a:t>
            </a:r>
            <a:endParaRPr lang="en-US" sz="2800" b="1" i="0" u="none" strike="noStrike" cap="none">
              <a:solidFill>
                <a:srgbClr val="FFFFFF"/>
              </a:solidFill>
              <a:latin typeface="Inter" panose="02000503000000020004"/>
              <a:ea typeface="Inter" panose="02000503000000020004"/>
              <a:cs typeface="Inter" panose="02000503000000020004"/>
              <a:sym typeface="Inter" panose="02000503000000020004"/>
            </a:endParaRPr>
          </a:p>
        </p:txBody>
      </p:sp>
      <p:sp>
        <p:nvSpPr>
          <p:cNvPr id="439" name="Google Shape;439;p31"/>
          <p:cNvSpPr txBox="1"/>
          <p:nvPr/>
        </p:nvSpPr>
        <p:spPr>
          <a:xfrm>
            <a:off x="4210005" y="4348265"/>
            <a:ext cx="9867990" cy="309245"/>
          </a:xfrm>
          <a:prstGeom prst="rect">
            <a:avLst/>
          </a:prstGeom>
          <a:noFill/>
          <a:ln>
            <a:noFill/>
          </a:ln>
        </p:spPr>
        <p:txBody>
          <a:bodyPr spcFirstLastPara="1" wrap="square" lIns="0" tIns="0" rIns="0" bIns="0" anchor="t" anchorCtr="0">
            <a:spAutoFit/>
          </a:bodyPr>
          <a:lstStyle/>
          <a:p>
            <a:pPr marL="0" marR="0" lvl="1" indent="0" algn="ctr" rtl="0">
              <a:lnSpc>
                <a:spcPct val="122000"/>
              </a:lnSpc>
              <a:spcBef>
                <a:spcPts val="0"/>
              </a:spcBef>
              <a:spcAft>
                <a:spcPts val="0"/>
              </a:spcAft>
              <a:buNone/>
            </a:pPr>
            <a:r>
              <a:rPr lang="en-US" sz="2000" b="0" i="0" u="none" strike="noStrike" cap="none">
                <a:solidFill>
                  <a:srgbClr val="FFFFFF"/>
                </a:solidFill>
                <a:latin typeface="Inter" panose="02000503000000020004"/>
                <a:ea typeface="Inter" panose="02000503000000020004"/>
                <a:cs typeface="Inter" panose="02000503000000020004"/>
                <a:sym typeface="Inter" panose="02000503000000020004"/>
              </a:rPr>
              <a:t>for the presentation template</a:t>
            </a:r>
            <a:endParaRPr lang="en-US" sz="2000" b="0" i="0" u="none" strike="noStrike" cap="none">
              <a:solidFill>
                <a:srgbClr val="FFFFFF"/>
              </a:solidFill>
              <a:latin typeface="Inter" panose="02000503000000020004"/>
              <a:ea typeface="Inter" panose="02000503000000020004"/>
              <a:cs typeface="Inter" panose="02000503000000020004"/>
              <a:sym typeface="Inter" panose="02000503000000020004"/>
            </a:endParaRPr>
          </a:p>
        </p:txBody>
      </p:sp>
      <p:sp>
        <p:nvSpPr>
          <p:cNvPr id="440" name="Google Shape;440;p31"/>
          <p:cNvSpPr txBox="1"/>
          <p:nvPr/>
        </p:nvSpPr>
        <p:spPr>
          <a:xfrm>
            <a:off x="4210005" y="7052773"/>
            <a:ext cx="9867990" cy="309245"/>
          </a:xfrm>
          <a:prstGeom prst="rect">
            <a:avLst/>
          </a:prstGeom>
          <a:noFill/>
          <a:ln>
            <a:noFill/>
          </a:ln>
        </p:spPr>
        <p:txBody>
          <a:bodyPr spcFirstLastPara="1" wrap="square" lIns="0" tIns="0" rIns="0" bIns="0" anchor="t" anchorCtr="0">
            <a:spAutoFit/>
          </a:bodyPr>
          <a:lstStyle/>
          <a:p>
            <a:pPr marL="0" marR="0" lvl="1" indent="0" algn="ctr" rtl="0">
              <a:lnSpc>
                <a:spcPct val="122000"/>
              </a:lnSpc>
              <a:spcBef>
                <a:spcPts val="0"/>
              </a:spcBef>
              <a:spcAft>
                <a:spcPts val="0"/>
              </a:spcAft>
              <a:buNone/>
            </a:pPr>
            <a:r>
              <a:rPr lang="en-US" sz="2000" b="0" i="0" u="none" strike="noStrike" cap="none">
                <a:solidFill>
                  <a:srgbClr val="FFFFFF"/>
                </a:solidFill>
                <a:latin typeface="Inter" panose="02000503000000020004"/>
                <a:ea typeface="Inter" panose="02000503000000020004"/>
                <a:cs typeface="Inter" panose="02000503000000020004"/>
                <a:sym typeface="Inter" panose="02000503000000020004"/>
              </a:rPr>
              <a:t>for the photos</a:t>
            </a:r>
            <a:endParaRPr lang="en-US" sz="2000" b="0" i="0" u="none" strike="noStrike" cap="none">
              <a:solidFill>
                <a:srgbClr val="FFFFFF"/>
              </a:solidFill>
              <a:latin typeface="Inter" panose="02000503000000020004"/>
              <a:ea typeface="Inter" panose="02000503000000020004"/>
              <a:cs typeface="Inter" panose="02000503000000020004"/>
              <a:sym typeface="Inter" panose="02000503000000020004"/>
            </a:endParaRPr>
          </a:p>
        </p:txBody>
      </p:sp>
      <p:sp>
        <p:nvSpPr>
          <p:cNvPr id="441" name="Google Shape;441;p31"/>
          <p:cNvSpPr txBox="1"/>
          <p:nvPr/>
        </p:nvSpPr>
        <p:spPr>
          <a:xfrm>
            <a:off x="5469973" y="759849"/>
            <a:ext cx="7348055" cy="857885"/>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None/>
            </a:pPr>
            <a:r>
              <a:rPr lang="en-US" sz="6400" b="0" i="0" u="none" strike="noStrike" cap="none">
                <a:solidFill>
                  <a:srgbClr val="FFFFFF"/>
                </a:solidFill>
                <a:latin typeface="Inter" panose="02000503000000020004"/>
                <a:ea typeface="Inter" panose="02000503000000020004"/>
                <a:cs typeface="Inter" panose="02000503000000020004"/>
                <a:sym typeface="Inter" panose="02000503000000020004"/>
              </a:rPr>
              <a:t>Credits</a:t>
            </a:r>
            <a:endParaRPr lang="en-US" sz="6400" b="0" i="0" u="none" strike="noStrike" cap="none">
              <a:solidFill>
                <a:srgbClr val="FFFFFF"/>
              </a:solidFill>
              <a:latin typeface="Inter" panose="02000503000000020004"/>
              <a:ea typeface="Inter" panose="02000503000000020004"/>
              <a:cs typeface="Inter" panose="02000503000000020004"/>
              <a:sym typeface="Inter" panose="02000503000000020004"/>
            </a:endParaRPr>
          </a:p>
        </p:txBody>
      </p:sp>
      <p:sp>
        <p:nvSpPr>
          <p:cNvPr id="442" name="Google Shape;442;p31"/>
          <p:cNvSpPr txBox="1"/>
          <p:nvPr/>
        </p:nvSpPr>
        <p:spPr>
          <a:xfrm>
            <a:off x="6110027" y="6320306"/>
            <a:ext cx="6067945" cy="624517"/>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None/>
            </a:pPr>
            <a:r>
              <a:rPr lang="en-US" sz="4710" b="1" i="0" u="none" strike="noStrike" cap="none">
                <a:solidFill>
                  <a:srgbClr val="FFFFFF"/>
                </a:solidFill>
                <a:latin typeface="Inter" panose="02000503000000020004"/>
                <a:ea typeface="Inter" panose="02000503000000020004"/>
                <a:cs typeface="Inter" panose="02000503000000020004"/>
                <a:sym typeface="Inter" panose="02000503000000020004"/>
              </a:rPr>
              <a:t>Pexels, Pixabay</a:t>
            </a:r>
            <a:endParaRPr lang="en-US" sz="4710" b="1" i="0" u="none" strike="noStrike" cap="none">
              <a:solidFill>
                <a:srgbClr val="FFFFFF"/>
              </a:solidFill>
              <a:latin typeface="Inter" panose="02000503000000020004"/>
              <a:ea typeface="Inter" panose="02000503000000020004"/>
              <a:cs typeface="Inter" panose="02000503000000020004"/>
              <a:sym typeface="Inter" panose="02000503000000020004"/>
            </a:endParaRPr>
          </a:p>
        </p:txBody>
      </p:sp>
      <p:pic>
        <p:nvPicPr>
          <p:cNvPr id="443" name="Google Shape;443;p31"/>
          <p:cNvPicPr preferRelativeResize="0"/>
          <p:nvPr/>
        </p:nvPicPr>
        <p:blipFill>
          <a:blip r:embed="rId1"/>
          <a:stretch>
            <a:fillRect/>
          </a:stretch>
        </p:blipFill>
        <p:spPr>
          <a:xfrm>
            <a:off x="6731775" y="2929825"/>
            <a:ext cx="4774145" cy="1206100"/>
          </a:xfrm>
          <a:prstGeom prst="rect">
            <a:avLst/>
          </a:prstGeom>
          <a:noFill/>
          <a:ln>
            <a:noFill/>
          </a:ln>
        </p:spPr>
      </p:pic>
    </p:spTree>
  </p:cSld>
  <p:clrMapOvr>
    <a:masterClrMapping/>
  </p:clrMapOvr>
  <p:transition spd="slow">
    <p:fade/>
  </p:transition>
</p:sld>
</file>

<file path=ppt/theme/theme1.xml><?xml version="1.0" encoding="utf-8"?>
<a:theme xmlns:a="http://schemas.openxmlformats.org/drawingml/2006/main" name="Minimal Morph Space Themed">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6392</Words>
  <Application>WPS Presentation</Application>
  <PresentationFormat/>
  <Paragraphs>398</Paragraphs>
  <Slides>22</Slides>
  <Notes>0</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22</vt:i4>
      </vt:variant>
    </vt:vector>
  </HeadingPairs>
  <TitlesOfParts>
    <vt:vector size="32" baseType="lpstr">
      <vt:lpstr>Arial</vt:lpstr>
      <vt:lpstr>SimSun</vt:lpstr>
      <vt:lpstr>Wingdings</vt:lpstr>
      <vt:lpstr>Arial</vt:lpstr>
      <vt:lpstr>Inter</vt:lpstr>
      <vt:lpstr>Calibri</vt:lpstr>
      <vt:lpstr>Inter Light</vt:lpstr>
      <vt:lpstr>Microsoft YaHei</vt:lpstr>
      <vt:lpstr>Arial Unicode MS</vt:lpstr>
      <vt:lpstr>Minimal Morph Space Themed</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X HORIZON</cp:lastModifiedBy>
  <cp:revision>1</cp:revision>
  <dcterms:created xsi:type="dcterms:W3CDTF">2026-09-16T18:13:39Z</dcterms:created>
  <dcterms:modified xsi:type="dcterms:W3CDTF">2026-09-16T18:13:41Z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1033-12.1.0.28485</vt:lpwstr>
  </property>
  <property fmtid="{D5CDD505-2E9C-101B-9397-08002B2CF9AE}" pid="3" name="ICV">
    <vt:lpwstr>94EDE76EEF4A44E090A2EF2A8C755C12_12</vt:lpwstr>
  </property>
</Properties>
</file>